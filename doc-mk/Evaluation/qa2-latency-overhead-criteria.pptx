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182880" y="73152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F559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지연시간(고부하 악화 폭) - 평가 기준</a:t>
            </a:r>
            <a:endParaRPr lang="en-US" sz="3000" dirty="0"/>
          </a:p>
        </p:txBody>
      </p:sp>
      <p:sp>
        <p:nvSpPr>
          <p:cNvPr id="3" name="subtitle"/>
          <p:cNvSpPr txBox="1"/>
          <p:nvPr/>
        </p:nvSpPr>
        <p:spPr>
          <a:xfrm>
            <a:off x="182880" y="603504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부하가 커질 때 지연시간(TTFT, TPOT 평균)이 일반 부하 대비 크게 늘지 않아야 함 (단, SLO를 넘으면 ★로 강등)</a:t>
            </a:r>
            <a:endParaRPr lang="en-US" sz="1400" dirty="0"/>
          </a:p>
        </p:txBody>
      </p:sp>
      <p:sp>
        <p:nvSpPr>
          <p:cNvPr id="4" name="rule"/>
          <p:cNvSpPr/>
          <p:nvPr/>
        </p:nvSpPr>
        <p:spPr>
          <a:xfrm>
            <a:off x="100584" y="914400"/>
            <a:ext cx="11978640" cy="0"/>
          </a:xfrm>
          <a:prstGeom prst="line">
            <a:avLst/>
          </a:prstGeom>
          <a:noFill/>
          <a:ln w="28575">
            <a:solidFill>
              <a:srgbClr val="2F5597"/>
            </a:solidFill>
            <a:prstDash val="solid"/>
          </a:ln>
        </p:spPr>
      </p:sp>
      <p:sp>
        <p:nvSpPr>
          <p:cNvPr id="5" name="back-btn"/>
          <p:cNvSpPr/>
          <p:nvPr/>
        </p:nvSpPr>
        <p:spPr>
          <a:xfrm>
            <a:off x="11612880" y="164592"/>
            <a:ext cx="457200" cy="457200"/>
          </a:xfrm>
          <a:prstGeom prst="rect">
            <a:avLst/>
          </a:prstGeom>
          <a:solidFill>
            <a:srgbClr val="5B9BD5"/>
          </a:solidFill>
          <a:ln w="19050">
            <a:solidFill>
              <a:srgbClr val="2F5597"/>
            </a:solidFill>
            <a:prstDash val="solid"/>
          </a:ln>
        </p:spPr>
      </p:sp>
      <p:sp>
        <p:nvSpPr>
          <p:cNvPr id="6" name="back-arrow"/>
          <p:cNvSpPr/>
          <p:nvPr/>
        </p:nvSpPr>
        <p:spPr>
          <a:xfrm rot="16200000">
            <a:off x="11722608" y="256032"/>
            <a:ext cx="256032" cy="274320"/>
          </a:xfrm>
          <a:prstGeom prst="triangle">
            <a:avLst/>
          </a:prstGeom>
          <a:solidFill>
            <a:srgbClr val="2F5597"/>
          </a:solidFill>
          <a:ln w="6350">
            <a:solidFill>
              <a:srgbClr val="2F5597"/>
            </a:solidFill>
            <a:prstDash val="solid"/>
          </a:ln>
        </p:spPr>
      </p:sp>
      <p:sp>
        <p:nvSpPr>
          <p:cNvPr id="7" name="metric"/>
          <p:cNvSpPr txBox="1"/>
          <p:nvPr/>
        </p:nvSpPr>
        <p:spPr>
          <a:xfrm>
            <a:off x="182880" y="987552"/>
            <a:ext cx="11795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F559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[Metric] D = max [ (TTFT_고부하 − TTFT_일반) ÷ TTFT_일반 , (TPOT_고부하 − TPOT_일반) ÷ TPOT_일반 ]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F559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평균 기준, 후보 자신의 일반 부하 대비 증가율. D = 0이면 부하가 커져도 지연 불변, 작을수록 고부하 overhead가 적음</a:t>
            </a:r>
            <a:endParaRPr lang="en-US" sz="1300" dirty="0"/>
          </a:p>
        </p:txBody>
      </p:sp>
      <p:graphicFrame>
        <p:nvGraphicFramePr>
          <p:cNvPr id="2" name="star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0584" y="1591056"/>
          <a:ext cx="1197864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3200400"/>
                <a:gridCol w="4572000"/>
                <a:gridCol w="338328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9DB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DB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DB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DB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기준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9DB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DB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DB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DB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근거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9DB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DB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DB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DB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출처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9DB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DB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DB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DB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5597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★★★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9DB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DB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DB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DB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 ≤ 10% 그리고 SLO 충족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9DB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DB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DB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DB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고부하에서도 지연이 일반 부하 대비 10% 이내 = 메모리·이동 압박에서도 overhead가 거의 없음. seed ≥ 5의 기하평균으로 판정 [10%는 가정]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9DB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DB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DB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DB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요구 시나리오(일반 부하 대비 크게 늘지 않아야 함) / 공통 QA 문서 §5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9DB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DB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DB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DB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★★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9DB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DB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DB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DB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10% &lt; D ≤ 30% 그리고 SLO 충족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9DB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DB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DB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DB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늘긴 늘지만 크게 늘지는 않은 구간. 상한 30%는 정책 선택 [가정, 확정 필요]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9DB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DB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DB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DB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정책 선택 [가정]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9DB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DB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DB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DB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★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9DB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DB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DB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DB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 &gt; 30%, 또는 SLO 초과 (TTFT P99 &gt; 2 s 또는 TPOT P99 &gt; 50 ms)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9DB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DB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DB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DB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일반 부하 대비 30% 넘게 악화. SLO 초과는 D와 무관하게 ★로 강등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9DB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DB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DB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DB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공통 QA 문서 §5 (SLO 강등 규칙)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9DB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DB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DB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DB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" name="slo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0584" y="3584448"/>
          <a:ext cx="1197864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4023360"/>
                <a:gridCol w="1737360"/>
                <a:gridCol w="539496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Metric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9DB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DB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DB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DB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의미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9DB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DB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DB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DB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절대 SLO (P99 가드)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9DB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DB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DB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DB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근거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9DB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DB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DB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DB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559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TTFT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9DB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DB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DB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DB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첫 토큰 생성까지 걸리는 시간. 사용자에게 첫 응답이 나오는 시간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9DB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DB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DB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DB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TTFT P99 ≤ 2 s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9DB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DB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DB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DB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70B 모델 8K prefill 이론 0.32 s(H100×8, MFU 0.45)의 약 6배(큐잉 여유). MLPerf Llama-2-70B 표준 시나리오와 같은 자릿수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9DB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DB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DB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DB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TPOT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9DB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DB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DB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DB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토큰 사이 생성 간격. 스트리밍 응답의 체감 속도이고 총 지연시간에 큰 영향을 줌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9DB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DB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DB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DB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TPOT P99 ≤ 50 ms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9DB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DB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DB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DB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50 ms = 20 tok/s는 성인 묵독(약 5~6 tok/s)의 약 3.5배. MLPerf interactive 40 ms와 표준 200 ms 사이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9DB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DB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DB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DB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meaning-title"/>
          <p:cNvSpPr txBox="1"/>
          <p:nvPr/>
        </p:nvSpPr>
        <p:spPr>
          <a:xfrm>
            <a:off x="182880" y="50292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559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고부하·D의 의미</a:t>
            </a:r>
            <a:endParaRPr lang="en-US" sz="1300" dirty="0"/>
          </a:p>
        </p:txBody>
      </p:sp>
      <p:sp>
        <p:nvSpPr>
          <p:cNvPr id="11" name="meaning-body"/>
          <p:cNvSpPr txBox="1"/>
          <p:nvPr/>
        </p:nvSpPr>
        <p:spPr>
          <a:xfrm>
            <a:off x="182880" y="5303520"/>
            <a:ext cx="11795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일반 부하 = knee 아래의 낮은 부하, 고부하 = 동시 세션 수·컨텍스트 길이를 늘려 메모리·이동 압박을 키운 상태(연산 포화 전). 두 점의 workload mix는 같게 유지 [부하 점은 가정]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용량 포화로 생기는 queueing 대기는 설계 overhead와 섞이므로 고부하는 포화 전으로 제한. As-Is 구조(Baseline)가 같은 측정에서 얻는 D는 별에 쓰지 않고 참고값으로 병기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별은 평균으로 판정하고 P99는 SLO 가드로만 사용. As-Is가 SLO를 넘는 점은 infeasible로 표시</a:t>
            </a:r>
            <a:endParaRPr lang="en-US" sz="1100" dirty="0"/>
          </a:p>
        </p:txBody>
      </p:sp>
      <p:sp>
        <p:nvSpPr>
          <p:cNvPr id="12" name="source"/>
          <p:cNvSpPr txBox="1"/>
          <p:nvPr/>
        </p:nvSpPr>
        <p:spPr>
          <a:xfrm>
            <a:off x="182880" y="6492240"/>
            <a:ext cx="1179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공통 QA 문서 §5 · MLPerf Inference v5.1 요약(marktechpost, it-online) [2차] · Brysbaert 2019 · tools/unified_stars.py   (★★★ 10%, ★★ 30%, 일반/고부하 점 = [가정])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지연시간(고부하 악화 폭) 평가 기준</dc:title>
  <dc:subject>PptxGenJS Presentation</dc:subject>
  <dc:creator>PptxGenJS</dc:creator>
  <cp:lastModifiedBy>PptxGenJS</cp:lastModifiedBy>
  <cp:revision>1</cp:revision>
  <dcterms:created xsi:type="dcterms:W3CDTF">2026-10-22T16:01:19Z</dcterms:created>
  <dcterms:modified xsi:type="dcterms:W3CDTF">2026-10-22T16:01:19Z</dcterms:modified>
</cp:coreProperties>
</file>