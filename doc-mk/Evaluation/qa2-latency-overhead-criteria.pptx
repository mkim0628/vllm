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82880" y="7315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55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지연시간(고부하 Overhead) - 평가 기준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182880" y="60350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부하가 커질 때 지연시간(TTFT, TPOT 평균)이 늘어나는 폭이 Baseline보다 크지 않아야 함 (단, SLO를 넘으면 ★로 강등)</a:t>
            </a:r>
            <a:endParaRPr lang="en-US" sz="1400" dirty="0"/>
          </a:p>
        </p:txBody>
      </p:sp>
      <p:sp>
        <p:nvSpPr>
          <p:cNvPr id="4" name="rule"/>
          <p:cNvSpPr/>
          <p:nvPr/>
        </p:nvSpPr>
        <p:spPr>
          <a:xfrm>
            <a:off x="100584" y="914400"/>
            <a:ext cx="11978640" cy="0"/>
          </a:xfrm>
          <a:prstGeom prst="line">
            <a:avLst/>
          </a:prstGeom>
          <a:noFill/>
          <a:ln w="28575">
            <a:solidFill>
              <a:srgbClr val="2F5597"/>
            </a:solidFill>
            <a:prstDash val="solid"/>
          </a:ln>
        </p:spPr>
      </p:sp>
      <p:sp>
        <p:nvSpPr>
          <p:cNvPr id="5" name="back-btn"/>
          <p:cNvSpPr/>
          <p:nvPr/>
        </p:nvSpPr>
        <p:spPr>
          <a:xfrm>
            <a:off x="11612880" y="164592"/>
            <a:ext cx="457200" cy="457200"/>
          </a:xfrm>
          <a:prstGeom prst="rect">
            <a:avLst/>
          </a:prstGeom>
          <a:solidFill>
            <a:srgbClr val="5B9BD5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6" name="back-arrow"/>
          <p:cNvSpPr/>
          <p:nvPr/>
        </p:nvSpPr>
        <p:spPr>
          <a:xfrm rot="16200000">
            <a:off x="11722608" y="256032"/>
            <a:ext cx="256032" cy="274320"/>
          </a:xfrm>
          <a:prstGeom prst="triangle">
            <a:avLst/>
          </a:prstGeom>
          <a:solidFill>
            <a:srgbClr val="2F5597"/>
          </a:solidFill>
          <a:ln w="6350">
            <a:solidFill>
              <a:srgbClr val="2F5597"/>
            </a:solidFill>
            <a:prstDash val="solid"/>
          </a:ln>
        </p:spPr>
      </p:sp>
      <p:sp>
        <p:nvSpPr>
          <p:cNvPr id="7" name="metric"/>
          <p:cNvSpPr txBox="1"/>
          <p:nvPr/>
        </p:nvSpPr>
        <p:spPr>
          <a:xfrm>
            <a:off x="182880" y="987552"/>
            <a:ext cx="1179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5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[Metric] ΔT = T(고부하) − T(저부하)   (시스템별 자기 기준, TTFT·TPOT 평균)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F55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 = max [ ΔT_후보 ÷ ΔT_Baseline (TTFT) , ΔT_후보 ÷ ΔT_Baseline (TPOT) ]   (R ≤ 1이면 Baseline보다 덜 악화, 작을수록 overhead 적음)</a:t>
            </a:r>
            <a:endParaRPr lang="en-US" sz="1300" dirty="0"/>
          </a:p>
        </p:txBody>
      </p:sp>
      <p:graphicFrame>
        <p:nvGraphicFramePr>
          <p:cNvPr id="2" name="star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" y="1591056"/>
          <a:ext cx="119786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200400"/>
                <a:gridCol w="457200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≤ 1.10 (악화 폭이 Baseline의 110% 이내) 그리고 SLO 충족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고부하에서 후보가 더하는 지연 악화가 Baseline 수준 이내 = overhead가 부하에 의해 증폭되지 않음. seed ≥ 5의 기하평균으로 판정 [10%는 가정]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 시나리오(Baseline보다 크게 늘지 않아야 함) / 공통 QA 문서 §5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1.10 &lt; R ≤ 1.30 그리고 SLO 충족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Baseline보다 더 악화되지만 크게 늘지는 않은 구간. 상한 30%는 정책 선택 [가정, 확정 필요]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선택 [가정]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&gt; 1.30, 또는 SLO 초과 (TTFT P99 &gt; 2 s 또는 TPOT P99 &gt; 50 ms)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부하 악화 폭이 Baseline보다 30% 넘게 커짐. SLO 초과는 R과 무관하게 ★로 강등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QA 문서 §5 (SLO 강등 규칙)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slo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" y="3584448"/>
          <a:ext cx="119786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023360"/>
                <a:gridCol w="1737360"/>
                <a:gridCol w="53949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Metric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절대 SLO (P99 가드)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TTFT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토큰 생성까지 걸리는 시간. 사용자에게 첫 응답이 나오는 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TTFT P99 ≤ 2 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70B 모델 8K prefill 이론 0.32 s(H100×8, MFU 0.45)의 약 6배(큐잉 여유). MLPerf Llama-2-70B 표준 시나리오와 같은 자릿수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TPOT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토큰 사이 생성 간격. 스트리밍 응답의 체감 속도이고 총 지연시간에 큰 영향을 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TPOT P99 ≤ 50 ms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 ms = 20 tok/s는 성인 묵독(약 5~6 tok/s)의 약 3.5배. MLPerf interactive 40 ms와 표준 200 ms 사이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meaning-title"/>
          <p:cNvSpPr txBox="1"/>
          <p:nvPr/>
        </p:nvSpPr>
        <p:spPr>
          <a:xfrm>
            <a:off x="182880" y="5029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5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고부하·평균 ΔT의 의미</a:t>
            </a:r>
            <a:endParaRPr lang="en-US" sz="1300" dirty="0"/>
          </a:p>
        </p:txBody>
      </p:sp>
      <p:sp>
        <p:nvSpPr>
          <p:cNvPr id="11" name="meaning-body"/>
          <p:cNvSpPr txBox="1"/>
          <p:nvPr/>
        </p:nvSpPr>
        <p:spPr>
          <a:xfrm>
            <a:off x="182880" y="5303520"/>
            <a:ext cx="1179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저부하 = knee 아래(Baseline Max SLO Goodput 부하의 약 30%), 고부하 = 그 knee 부근 이상. 후보와 Baseline을 같은 절대 부하(또는 같은 동시성)에서 잼 [저/고부하 점은 가정]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시스템의 자기 기준 악화 폭(ΔT)을 비교해, 후보의 저부하 고정 효과와 부하로 증폭되는 overhead를 분리. 비율 ΔT ÷ T(저부하)는 저부하 값이 작은 후보에 불리해 보조로만 병기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별은 평균으로 판정하고 P99는 SLO 가드로만 사용. 고부하 절대값을 함께 보고하고, ΔT_Baseline이 측정 노이즈 이하이면 R 대신 ΔT(ms)로 보고. Baseline이 SLO를 넘는 점은 infeasible로 표시</a:t>
            </a:r>
            <a:endParaRPr lang="en-US" sz="1100" dirty="0"/>
          </a:p>
        </p:txBody>
      </p:sp>
      <p:sp>
        <p:nvSpPr>
          <p:cNvPr id="12" name="source"/>
          <p:cNvSpPr txBox="1"/>
          <p:nvPr/>
        </p:nvSpPr>
        <p:spPr>
          <a:xfrm>
            <a:off x="182880" y="6492240"/>
            <a:ext cx="1179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공통 QA 문서 §5 · MLPerf Inference v5.1 요약(marktechpost, it-online) [2차] · Brysbaert 2019 · tools/unified_stars.py   (★★★ 1.10, ★★ 1.30, 저/고부하 점 = [가정])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지연시간(고부하 Overhead) 평가 기준</dc:title>
  <dc:subject>PptxGenJS Presentation</dc:subject>
  <dc:creator>PptxGenJS</dc:creator>
  <cp:lastModifiedBy>PptxGenJS</cp:lastModifiedBy>
  <cp:revision>1</cp:revision>
  <dcterms:created xsi:type="dcterms:W3CDTF">2026-10-22T15:26:26Z</dcterms:created>
  <dcterms:modified xsi:type="dcterms:W3CDTF">2026-10-22T15:26:26Z</dcterms:modified>
</cp:coreProperties>
</file>