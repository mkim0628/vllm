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51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256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</a:t>
            </a:r>
            <a:r>
              <a:rPr lang="en-US" altLang="ko-KR" dirty="0"/>
              <a:t>DP </a:t>
            </a:r>
            <a:r>
              <a:rPr lang="ko-KR" altLang="en-US" dirty="0"/>
              <a:t>연결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028622"/>
              </p:ext>
            </p:extLst>
          </p:nvPr>
        </p:nvGraphicFramePr>
        <p:xfrm>
          <a:off x="381000" y="823762"/>
          <a:ext cx="11258550" cy="2656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608747143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186346277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9305247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120680792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545811721"/>
                    </a:ext>
                  </a:extLst>
                </a:gridCol>
              </a:tblGrid>
              <a:tr h="567924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DP1. 이기종 메모리 기반 AI 데이터 배치 구조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DP2. 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이기종 메모리 기반 </a:t>
                      </a:r>
                      <a:r>
                        <a:rPr lang="en-US" altLang="ko-KR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Prefill </a:t>
                      </a:r>
                      <a:r>
                        <a:rPr lang="ko-KR" altLang="en-US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실행 구조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DP3. Long Context를 위한 KV 캐시 압축 및 재사용 구조</a:t>
                      </a:r>
                      <a:endParaRPr lang="ko-KR" altLang="en-US" sz="1200" strike="noStrike" kern="120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DP4. 서버 간 KV 공유 구조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77196"/>
                  </a:ext>
                </a:extLst>
              </a:tr>
              <a:tr h="405660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QA1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37173"/>
                  </a:ext>
                </a:extLst>
              </a:tr>
              <a:tr h="567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QA2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 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Functional Correctness (Accuracy)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3688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QA3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Utilization?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1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682426"/>
                  </a:ext>
                </a:extLst>
              </a:tr>
              <a:tr h="405660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QA4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445013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QA5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768170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84771"/>
              </p:ext>
            </p:extLst>
          </p:nvPr>
        </p:nvGraphicFramePr>
        <p:xfrm>
          <a:off x="496950" y="3887523"/>
          <a:ext cx="713198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482">
                  <a:extLst>
                    <a:ext uri="{9D8B030D-6E8A-4147-A177-3AD203B41FA5}">
                      <a16:colId xmlns:a16="http://schemas.microsoft.com/office/drawing/2014/main" val="3186346277"/>
                    </a:ext>
                  </a:extLst>
                </a:gridCol>
                <a:gridCol w="4762499">
                  <a:extLst>
                    <a:ext uri="{9D8B030D-6E8A-4147-A177-3AD203B41FA5}">
                      <a16:colId xmlns:a16="http://schemas.microsoft.com/office/drawing/2014/main" val="39305247"/>
                    </a:ext>
                  </a:extLst>
                </a:gridCol>
              </a:tblGrid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77196"/>
                  </a:ext>
                </a:extLst>
              </a:tr>
              <a:tr h="312604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TPS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37173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TTFT + TPOT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55501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 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176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Functional Correctness 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Accuracy (F1 score)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367397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142955"/>
                  </a:ext>
                </a:extLst>
              </a:tr>
              <a:tr h="43764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Scaling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Efficiency (%)</a:t>
                      </a:r>
                    </a:p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: GPU/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노드 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배 늘렸을 때 처리량이 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배의 몇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%?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700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944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4203</Words>
  <Application>Microsoft Office PowerPoint</Application>
  <PresentationFormat>와이드스크린</PresentationFormat>
  <Paragraphs>785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PowerPoint 프레젠테이션</vt:lpstr>
      <vt:lpstr>DP0. ~~- 배경</vt:lpstr>
      <vt:lpstr>DP0. ~~ - 배경</vt:lpstr>
      <vt:lpstr>DP0. ~~- 설계</vt:lpstr>
      <vt:lpstr>PowerPoint 프레젠테이션</vt:lpstr>
      <vt:lpstr>DP1. 이기종 메모리 기반 Data Migration 구조 - 배경</vt:lpstr>
      <vt:lpstr>DP1. 이기종 메모리 기반 Data Migration 구조 - 배경</vt:lpstr>
      <vt:lpstr>DP1. 이기종 메모리 기반 Data Migration 구조 - 설계</vt:lpstr>
      <vt:lpstr>DP1. 이기종 메모리 기반 Data Migration 구조 - 설계</vt:lpstr>
      <vt:lpstr>PowerPoint 프레젠테이션</vt:lpstr>
      <vt:lpstr>DP2. 이기종 메모리 환경의 Prefill 실행 위치 결정 구조 - 사전 지식</vt:lpstr>
      <vt:lpstr>DP2. 이기종 메모리 환경의 Prefill 실행 위치 결정 구조 - 배경</vt:lpstr>
      <vt:lpstr>DP2. 이기종 메모리 환경의 Prefill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SAMSUNG</cp:lastModifiedBy>
  <cp:revision>8</cp:revision>
  <dcterms:created xsi:type="dcterms:W3CDTF">2026-10-01T14:27:36Z</dcterms:created>
  <dcterms:modified xsi:type="dcterms:W3CDTF">2026-10-01T17:29:25Z</dcterms:modified>
</cp:coreProperties>
</file>