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2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EF9F1-C331-4F09-BB34-2C86D332CF9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21FAD-12DB-4C6F-ACAE-E4B2AE40C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56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9243C-61B6-4945-8828-C015B5798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556773-AA89-4DEE-9BF1-8443E88A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524D-94BF-4776-BBAA-574E1162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13CB8-332E-4311-9BFC-90D8827C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D70066-5B0A-49B7-ADA0-67AD2506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6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ADD9A-79E1-4473-B76D-009C664B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41DF1-FC0A-4FA7-9930-403FB518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170D3-3F13-4116-92C9-280AE99E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4B6ED-D7CD-48D1-AE7C-107BFBBD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F76BF-7896-4E47-9AF6-A038E2A6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72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B439-33BB-4A23-903D-EE1BC2DF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FA104D-080C-4242-89E0-61285E04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136F2-9DD9-4176-B803-FEF7FB79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02510-8E6D-401D-8CA3-7B9C6F6E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3A641-B176-4471-8FDB-BF7CB61A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6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4F547-4B60-42A9-A776-E368A657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7DCCB-CCE2-4704-88B1-CC442379E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31350E-B7CE-4BD1-8F66-E81CBFBB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DA48FE-E551-4530-8AB3-1DCDC7F2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0FDB0-DACA-457C-84CF-6D2F2684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AEB7E0-D269-459D-8ED7-0546D37C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36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FD2A8-53A0-4313-B47D-980C2AA8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20B8F-FBCC-4BDD-B174-EA8E67A18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D00BB8-6E5C-4BE5-AACA-62F1621AB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E17B62-1BA6-4837-8011-7E81A885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6C7373-3F14-4155-89AE-043B418D2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A379C7-7A8E-4A77-B7B3-50A8A102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A0C55E-524D-4082-92FC-1B874603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BF518D-D6E5-4F55-BB3B-DB3E2C22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0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51391-B4C6-4B12-ACC1-BA0601C4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A5551-B998-41E9-A1EB-190CBAE6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00B39C-E203-43F7-80BC-B6583B56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0A8D9-A811-4CDD-8046-14E985B8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8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DA4E12-F1D2-4D5B-8983-29701EEC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F391E-F229-40E2-92E4-7594D8FB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D54EA-74CF-4D7C-94B7-A9CF43ED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10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4AE4C-56FD-40E9-98F9-B8EFA0DB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356B9-07C8-4D0D-8E9C-AB165461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EECFB-4158-4F84-B33D-2DBD2AA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C568A-3077-4449-A61E-FCC5A497C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1F119-A46E-4726-A157-9E009DD8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5FA8D-C289-42E9-8BEA-DD3CE9BF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26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CBC-45FA-4258-97DC-288AC2CD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1A0ACD-D37A-440F-A8E2-67B3EEE9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E0545C-CA74-486A-A1B0-46EDC8C90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F91288-4F89-4A8B-BBD6-1978DC4F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73CCE5-C445-4755-894D-6AA383F1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987682-2FBC-4FF9-91FC-6E2CE893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6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5D4B0-6AE1-432A-8853-789F0E59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10CC20-D1A4-4022-9262-A281B7B42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8140C-3FFC-442F-809B-E546D1E4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A37D8-4990-4F50-9AA6-0A2C7F89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DC77A-7493-4ABF-89B9-2636B35A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5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C7799F-1228-434D-9D68-C1EAA1882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B20BC1-7B0A-48B0-BE74-A505642C1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2279C-2BA2-4E6A-B375-3D2D8F1B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2E9A2-3F6D-4A86-8BBD-7BCF9330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6AF16-E8EA-4ED0-8DD4-577CF54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6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9049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4AF691-ED6E-483B-9D47-49CC2698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501C3E-0C29-4817-9C0D-6F91ECA6E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FBC4C-39DC-453F-A7AB-779DCDD28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A96A7-3459-4EFF-A3E6-3ABAC2F62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2BB84-2972-4DF3-AEDE-96F4B5C3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9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비일관 CXL 공유 메모리의 KV 일관성 구조 - Appendix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DP4 보완 설계 택틱 - 선택 구조 C1(중앙 직렬화) 기준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97280"/>
            <a:ext cx="41148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#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1097280"/>
            <a:ext cx="3749039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약점 (평가 근거)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26280" y="1097280"/>
            <a:ext cx="393192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보완 택틱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58200" y="1097280"/>
            <a:ext cx="105156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개선 QA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760" y="1097280"/>
            <a:ext cx="228600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검증 상태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1463040"/>
            <a:ext cx="41148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W1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1463040"/>
            <a:ext cx="3749039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메타데이터 서버 SPOF: 노드 손실(재구성 30 s)에서 goodput B200 x0.46, H100 x0.65 (C2 영향 없음). 프로세스 재시작(0.5 s)은 영향 없음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26280" y="1463040"/>
            <a:ext cx="3931920" cy="713232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스탠바이 서버를 다른 노드에 두고 CXL의 인덱스를 그대로 인계(재구성 풀 스캔 회피)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58200" y="1463040"/>
            <a:ext cx="1051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QA1·QA2 (장애 시)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1463040"/>
            <a:ext cx="2286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[B] 재시작 경로(CXL 인덱스 보존)는 구현·측정. [C] 스탠바이 인계는 미구현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2212848"/>
            <a:ext cx="41148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W2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" y="2212848"/>
            <a:ext cx="3749039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서버 포화 rate 유한(1 스레드 204,800 req/s, block 16에서 51,200). 제공 rate보다 최소 4,212배 위, 코어 1개 상시 busy-poll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26280" y="2212848"/>
            <a:ext cx="3931920" cy="713232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서버 스레드 증설, 큰 block(256)으로 연산 수 감소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58200" y="2212848"/>
            <a:ext cx="1051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QA1 (확장 시)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509760" y="2212848"/>
            <a:ext cx="2286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[B] 구현·측정: 스레드 2/4에서 409,600/819,200 req/s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2962656"/>
            <a:ext cx="41148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W3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77240" y="2962656"/>
            <a:ext cx="3749039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정확성이 서버 CLFLUSH-before-read와 슬롯 프로토콜에 의존: `C1_no_clflush_on_server`는 I1 위반(반례 21 step). stale slot-body 저자 가정에 의존, 3노드는 탐색 상한으로 불완전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26280" y="2962656"/>
            <a:ext cx="3931920" cy="713232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슬롯 body에 sequence/검증값을 넣어 stale body를 서버가 감지(누락 flush를 safety가 아닌 liveness 문제로), conformance 시험 추가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200" y="2962656"/>
            <a:ext cx="1051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정확성 (별점 밖)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09760" y="2962656"/>
            <a:ext cx="2286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[C] 논증·미구현, 효과 수치 없음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712464"/>
            <a:ext cx="41148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W4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7240" y="3712464"/>
            <a:ext cx="3749039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QA1 x0.704, QA3 절감 x0.22, 공통 load TTFT P99 x4.98: data plane(풀 경유 쓰기 + 읽기 순차)이 원인, C2도 동일. break-even η_cxl* 0.703 (ASSUMED 대 ASSUMED)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26280" y="3712464"/>
            <a:ext cx="3931920" cy="713232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(a) 필요한 블록만 읽는 partial read와 풀 사본 제거, (b) 청크 단위 publish로 쓰기·읽기 겹침(publish 경계 유지), (c) 단일 사용 KV는 RDMA 직접, 풀은 공유·재사용 객체에만(하이브리드)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58200" y="3712464"/>
            <a:ext cx="1051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QA1·QA2·QA3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09760" y="3712464"/>
            <a:ext cx="2286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[C] 논증·미구현. 새 iteration으로 사전 등록 후 측정해야 하며 효과 수치를 주장하지 않음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4462272"/>
            <a:ext cx="41148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W5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" y="4462272"/>
            <a:ext cx="3749039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reuse 이득이 시스템 의존·미확정: `d4_agent_multiturn` B200 x0.52, H100 x1.66, H100은 Baseline seed 붕괴(CV 83%), 판정 tie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26280" y="4462272"/>
            <a:ext cx="3931920" cy="713232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reuse 객체(History KV, 공유 prefix)에만 풀 사용(W4-c와 같은 계열), seed 추가로 Baseline 붕괴 빈도 확인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58200" y="4462272"/>
            <a:ext cx="1051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QA1·QA2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09760" y="4462272"/>
            <a:ext cx="2286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[C] 미구현, seed 추가 미실시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212080"/>
            <a:ext cx="411480" cy="713232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W6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7240" y="5212080"/>
            <a:ext cx="3749039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QA4 별이 경계 근처: C1 0.461 MM이 0.5 MM보다 7.7% 아래, C2 0.509 MM. 측정 기준 소스가 Iteration 2 이전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26280" y="5212080"/>
            <a:ext cx="3931920" cy="713232"/>
          </a:xfrm>
          <a:prstGeom prst="rect">
            <a:avLst/>
          </a:prstGeom>
          <a:solidFill>
            <a:srgbClr val="E6E0F4"/>
          </a:solidFill>
          <a:ln w="9525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Iteration 2 이후 소스에서 QA4 시나리오 4종 재측정, 가능하면 실제 vLLM 통합에서 측정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458200" y="5212080"/>
            <a:ext cx="1051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QA4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9760" y="5212080"/>
            <a:ext cx="22860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[C] 미실시. 재측정 전 QA4 별 확정 안 함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980176"/>
            <a:ext cx="1143000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[B] = 시뮬레이터에서 구현·측정됨([B+C]), [C] = 논증·미구현. 미구현 택틱의 효과는 수치로 주장하지 않는다(H14). 선택 C1은 QA4 한 칸(★★★ 대 ★★, 경계 근처)에 기댄 약한 선택이며, 성능 격차 대 Baseline은 택틱 W4가 다루는 data plane에서 온다.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와이드스크린</PresentationFormat>
  <Paragraphs>113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맑은 고딕</vt:lpstr>
      <vt:lpstr>Arial</vt:lpstr>
      <vt:lpstr>Wingdings</vt:lpstr>
      <vt:lpstr>Office 테마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DP3. Long Context를 위한 KV 캐시 압축 및 재사용 구조 – 배경 </dc:title>
  <dc:creator>Myeong Woo Kim</dc:creator>
  <cp:lastModifiedBy>Myeong Woo Kim</cp:lastModifiedBy>
  <cp:revision>1</cp:revision>
  <dcterms:created xsi:type="dcterms:W3CDTF">2026-10-03T15:48:21Z</dcterms:created>
  <dcterms:modified xsi:type="dcterms:W3CDTF">2026-10-03T15:48:31Z</dcterms:modified>
</cp:coreProperties>
</file>