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21" r:id="rId9"/>
    <p:sldId id="622" r:id="rId10"/>
    <p:sldId id="623" r:id="rId11"/>
    <p:sldId id="624" r:id="rId12"/>
    <p:sldId id="62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EF9F1-C331-4F09-BB34-2C86D332CF9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21FAD-12DB-4C6F-ACAE-E4B2AE40C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56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9243C-61B6-4945-8828-C015B5798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556773-AA89-4DEE-9BF1-8443E88A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524D-94BF-4776-BBAA-574E1162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13CB8-332E-4311-9BFC-90D8827C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D70066-5B0A-49B7-ADA0-67AD2506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6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ADD9A-79E1-4473-B76D-009C664B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41DF1-FC0A-4FA7-9930-403FB518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170D3-3F13-4116-92C9-280AE99E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4B6ED-D7CD-48D1-AE7C-107BFBBD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F76BF-7896-4E47-9AF6-A038E2A6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72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B439-33BB-4A23-903D-EE1BC2DF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FA104D-080C-4242-89E0-61285E04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136F2-9DD9-4176-B803-FEF7FB79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02510-8E6D-401D-8CA3-7B9C6F6E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3A641-B176-4471-8FDB-BF7CB61A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6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4F547-4B60-42A9-A776-E368A657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7DCCB-CCE2-4704-88B1-CC442379E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31350E-B7CE-4BD1-8F66-E81CBFBB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DA48FE-E551-4530-8AB3-1DCDC7F2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0FDB0-DACA-457C-84CF-6D2F2684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AEB7E0-D269-459D-8ED7-0546D37C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36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FD2A8-53A0-4313-B47D-980C2AA8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20B8F-FBCC-4BDD-B174-EA8E67A18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D00BB8-6E5C-4BE5-AACA-62F1621AB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E17B62-1BA6-4837-8011-7E81A885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6C7373-3F14-4155-89AE-043B418D2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A379C7-7A8E-4A77-B7B3-50A8A102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A0C55E-524D-4082-92FC-1B874603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BF518D-D6E5-4F55-BB3B-DB3E2C22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0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51391-B4C6-4B12-ACC1-BA0601C4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A5551-B998-41E9-A1EB-190CBAE6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00B39C-E203-43F7-80BC-B6583B56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0A8D9-A811-4CDD-8046-14E985B8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8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DA4E12-F1D2-4D5B-8983-29701EEC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F391E-F229-40E2-92E4-7594D8FB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D54EA-74CF-4D7C-94B7-A9CF43ED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10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4AE4C-56FD-40E9-98F9-B8EFA0DB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356B9-07C8-4D0D-8E9C-AB165461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EECFB-4158-4F84-B33D-2DBD2AA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C568A-3077-4449-A61E-FCC5A497C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1F119-A46E-4726-A157-9E009DD8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5FA8D-C289-42E9-8BEA-DD3CE9BF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26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CBC-45FA-4258-97DC-288AC2CD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1A0ACD-D37A-440F-A8E2-67B3EEE9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E0545C-CA74-486A-A1B0-46EDC8C90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F91288-4F89-4A8B-BBD6-1978DC4F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73CCE5-C445-4755-894D-6AA383F1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987682-2FBC-4FF9-91FC-6E2CE893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6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5D4B0-6AE1-432A-8853-789F0E59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10CC20-D1A4-4022-9262-A281B7B42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8140C-3FFC-442F-809B-E546D1E4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A37D8-4990-4F50-9AA6-0A2C7F89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DC77A-7493-4ABF-89B9-2636B35A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5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C7799F-1228-434D-9D68-C1EAA1882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B20BC1-7B0A-48B0-BE74-A505642C1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2279C-2BA2-4E6A-B375-3D2D8F1B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2E9A2-3F6D-4A86-8BBD-7BCF9330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6AF16-E8EA-4ED0-8DD4-577CF54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6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9049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4AF691-ED6E-483B-9D47-49CC2698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501C3E-0C29-4817-9C0D-6F91ECA6E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FBC4C-39DC-453F-A7AB-779DCDD28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A96A7-3459-4EFF-A3E6-3ABAC2F62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2BB84-2972-4DF3-AEDE-96F4B5C3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9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비일관 CXL 공유 메모리의 KV 일관성 구조 - Appendix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DP4 평가 결과 - QA별 정량 metric (H100 + B200 통합, 별점 = Common 6쌍)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265176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QA / 평가 metric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1051560"/>
            <a:ext cx="19202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Baseline-RDMA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1051560"/>
            <a:ext cx="342900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C1 중앙 직렬화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1051560"/>
            <a:ext cx="342900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C2 분산 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1362456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QA1 Throughput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Max SLO goodput (tok/s) 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1362456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589 (Baseline 별 ★★)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7760" y="1362456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  415 (x0.704)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66760" y="1362456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  415 (x0.704)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1746504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QA2 TTFT (각 arm의 peak load)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P99 · P50 (ms) 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1746504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6,283 · P50 1,009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37760" y="1746504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4,205 (x0.67) · P50 907 (x0.90)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66760" y="1746504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4,205 (x0.67) · P50 907 (x0.90)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2130552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QA2 TTFT (공통 load = Baseline peak)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P99 · P50 (ms) 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2130552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6,283 · P50 1,009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2130552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31,271 (x4.98) · P50 6,548 (x6.49)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66760" y="2130552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31,271 (x4.98) · P50 6,549 (x6.49)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2514600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QA2 TPOT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P99 · P50 (ms) 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2514600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4.07 · P50 4.07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37760" y="2514600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4.04 (x0.99) · P50 3.99 (x0.98)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66760" y="2514600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P99 4.04 (x0.99) · P50 3.99 (x0.98)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2898648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QA2 별점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6쌍 중 최악 P99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2898648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 (TTFT 28,234 ms)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37760" y="2898648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  (TTFT 80,568 · TPOT 6.4 ms)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66760" y="2898648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  (TTFT 80,568 · TPOT 6.4 ms)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3282696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QA3 Resource usage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KV 상주 GiB (Baseline peak load) 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17520" y="3282696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15.9 (Baseline 별 ★★)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37760" y="3282696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  71.3 (x4.48; 절감 x0.22)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66760" y="3282696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  71.3 (x4.49; 절감 x0.22)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3666744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QA4 Modifiability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module · 공수(MM) · 비용($) 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17520" y="3666744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37760" y="3666744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★★★  2.25 · 0.46 · $1.21  (★★/★★★/★★★)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66760" y="3666744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★★  2.25 · 0.51 · $1.35  (★★/★★/★★★)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050791"/>
            <a:ext cx="265176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별 합계</a:t>
            </a:r>
          </a:p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3017520" y="4050791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4050791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66760" y="4050791"/>
            <a:ext cx="3429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4480559"/>
            <a:ext cx="11430000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00" b="1">
                <a:solidFill>
                  <a:srgbClr val="404040"/>
                </a:solidFill>
                <a:latin typeface="맑은 고딕"/>
                <a:ea typeface="맑은 고딕"/>
              </a:rPr>
              <a:t>시스템: H100x8 (HBM3, PCIe 5.0, CXL 2.0) + B200x8 (HBM3e, PCIe 5.0, CXL 2.0). P/D 분리 클러스터(노드 = GPU 8장, CB 기본 P1+D1), Llama-3.1-70B BF16. CXL 풀 8 TiB, 노드 CXL 2 x 63 GB/s x η 0.5(ASSUMED), Baseline RDMA 100 GB/s x η 0.85(ASSUMED). 메모리 구성은 다음 장.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집계: 별 = Common 6쌍(CB-1~3 x 2시스템) 기하평균, 전체 44쌍(비교 가능 43, 포화 1, 불가 0)는 diagnostic·QA4. 괄호 = 후보 ÷ Baseline, ↑ 높을수록 좋음 ↓ 낮을수록 좋음. 모두 [B+C] (CXL 풀 실측 [A] 없음).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367527"/>
            <a:ext cx="11430000" cy="1005840"/>
          </a:xfrm>
          <a:prstGeom prst="rect">
            <a:avLst/>
          </a:prstGeom>
          <a:solidFill>
            <a:srgbClr val="E3F1E3"/>
          </a:solidFill>
          <a:ln w="9525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선택 질문은 'CXL 풀을 쓸 것인가'가 아니라 C1(중앙 직렬화) 대 C2(분산 락) = control plane 책임이다. 선택: C1 — 별 합계 6 대 5 (규칙: 합계가 높은 후보, `dp_selection.py`; QA 우선순위 QA2 &gt; QA1 &gt; QA4 &gt; QA3는 proposal).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QA1~QA3은 C1 = C2(차이 0.005% 이하), 별 차이는 QA4에서만: 공수 0.461 대 0.509 MM이 경계 0.5 MM의 양쪽(C1 7.7% 아래, C2 1.8% 위). QA4 변형 24가지 중 19가지는 동점(미결정) -&gt; 약한 선택.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Baseline 대비: QA1 x0.704, QA3 절감 x0.22, 공통 load TTFT P99 x4.98 (별 ★). 격차는 data plane 상수(η_cxl 대 η_rdma, ASSUMED 대 ASSUMED)에서 오며 C1·C2 공통. under the tested conditions the architecture shows no benefit over the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비일관 CXL 공유 메모리의 KV 일관성 구조 - Appendix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DP4 평가 시스템 - 메모리 구성 (H100x8 / B200x8, 값이 다르면 H100 / B200)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210312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메모리 / 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1051560"/>
            <a:ext cx="15544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용량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1051560"/>
            <a:ext cx="256032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host 연결 (세대)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1051560"/>
            <a:ext cx="265176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대역폭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1051560"/>
            <a:ext cx="256032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연산 능력 · 지원 연산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1371600"/>
            <a:ext cx="2103120" cy="6400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HBM (GPU 8장 합)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80" y="137160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640 / 1,536 GiB (HBM3 / HBM3e)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23360" y="1371600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GPU on-package, host CPU와 PCIe 5.0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1371600"/>
            <a:ext cx="26517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26.8 / 64.0 TB/s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1371600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GPU FP16 dense 989 / 2,250 TFLOPS/GPU · attention, FFN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2029967"/>
            <a:ext cx="2103120" cy="6400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CXL 공유 풀 (C1, C2의 KV 저장소)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0" y="2029967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8 TiB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0" y="2029967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CXL 2.0 (PCIe 5.0 PHY) 스위치 풀, 노드당 어댑터 2개 x PCIe 5.0 x16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0" y="2029967"/>
            <a:ext cx="26517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노드당 126 GB/s(방향별) x η 0.5 = 63 GB/s, 풀 집계 1 TB/s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2029967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없음 (순수 저장소)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2688335"/>
            <a:ext cx="2103120" cy="6400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RDMA NIC (Baseline의 KV 경로)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2688335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23360" y="2688335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노드당 4 x 200 Gbps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0" y="2688335"/>
            <a:ext cx="26517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100 GB/s x η 0.85 = 85 GB/s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2688335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346703"/>
            <a:ext cx="2103120" cy="6400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host DRAM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68880" y="3346703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023360" y="3346703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PCIe 5.0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3346703"/>
            <a:ext cx="26517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35440" y="3346703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사용하지 않음 (모든 arm 0)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4005071"/>
            <a:ext cx="2103120" cy="6400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ScHBM, CXL-PNM, HBF, SSD-PIM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468880" y="4005071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3360" y="4005071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4005071"/>
            <a:ext cx="26517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35440" y="4005071"/>
            <a:ext cx="2560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DP4 평가 범위 밖 (profile에만 존재)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736591"/>
            <a:ext cx="1143000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00" b="1">
                <a:solidFill>
                  <a:srgbClr val="404040"/>
                </a:solidFill>
                <a:latin typeface="맑은 고딕"/>
                <a:ea typeface="맑은 고딕"/>
              </a:rPr>
              <a:t>시뮬레이션 반영: 노드 링크와 풀의 유효 대역(η 포함)과 background 부하, 접근 지연에서 오는 control plane 연산 비용(C1 서버 큐, C2 락 scan), 풀 점유율에 따른 퇴출 연산, decode·prefill 계산 시간(DP1 물리 재사용: 8K prefill H100 337 ms, B200 148 ms), KV 상주량 집계.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미반영: HBM·풀의 용량 한계(OOM), 스위치 혼잡과 장치 bank 경합(집계 BW 상한만), RDMA의 작은 블록 fragmentation(강한 baseline), 락 매니저·서버 스레드의 CPU 스케줄링 간섭, 풀 장치 장애, host DRAM tier, 전력.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값의 출처: 풀 8 TiB, 1 TB/s, 어댑터 63 GB/s x 2, NIC 4 x 200 Gbps, CXL 지연, 서버 RPC 시간은 Beluga/TraCT 본문(PAPER, 서버 2대 측정). η_cxl, η_rdma, 중첩 비율, background 부하, C2 락 상수는 ASSUMED. GPU/HBM 값은 PUBLIC(확인 필요). 상세: system-specs.md, cluster_dp4.json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비일관 CXL 공유 메모리의 KV 일관성 구조 - Appendix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DP4 평가 결과 - QA별로 왜 이런 값이 나왔나 (1/2: 처리량, 지연)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24688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QA / 수치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40" y="1051560"/>
            <a:ext cx="61264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왜 이런 값이 나왔나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1051560"/>
            <a:ext cx="28346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근거 (시나리오·측정값)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1371600"/>
            <a:ext cx="2468880" cy="19659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QA1 처리량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C1 = C2 x0.704 ±0.032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H100 x0.783 · B200 x0.634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1371600"/>
            <a:ext cx="61264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</a:rPr>
              <a:t>- 두 후보 모두 같은 data plane을 쓴다. 8K 요청의 KV 2.50 GiB를 Baseline은 RDMA로 한 번(링크 시간 어림 211 ms), 후보는 풀에 쓴 뒤 publish·pin을 거쳐 다시 읽는다(쓰기 284 + 읽기 284 ms; config 상수로 계산한 어림값, bg 0.85).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</a:rPr>
              <a:t>- 노드 CXL 유효 대역 63 GB/s(η 0.5)가 RDMA 85 GB/s(η 0.85)보다 낮다. B200은 prefill이 148 ms(H100 337 ms)로 빨라 링크가 병목이라 격차가 크다.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</a:rPr>
              <a:t>- 별은 두 후보가 같다: 일관성 구조(C1 대 C2)는 값을 바꾸지 않는다(차이 0.000%).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1371600"/>
            <a:ext cx="2834640" cy="1965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404040"/>
                </a:solidFill>
                <a:latin typeface="맑은 고딕"/>
                <a:ea typeface="맑은 고딕"/>
              </a:rPr>
              <a:t>cb_kv_8k_b32@B200: Baseline 972 -&gt; C1 512 tok/s (x0.53)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cb_mixed@H100: x0.50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break-even η_cxl* 0.703 (대역폭 동등점 0.675)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383279"/>
            <a:ext cx="2468880" cy="192024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QA2 TTFT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공통 load P99 x4.98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각 arm peak load P99 x0.67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34640" y="3383279"/>
            <a:ext cx="6126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</a:rPr>
              <a:t>- TTFT는 KV 이동이 노출되는 경로다. 같은 offered load(Baseline peak)에서 후보 P99 31,271 ms 대 Baseline 6,283 ms: 후보가 그 load에서 이미 포화(공통 6쌍 모두 악화, 최악 x25.1).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</a:rPr>
              <a:t>- 각 arm의 peak load끼리 비교하면 후보가 낮아 보이지만(4,205 ms) 후보의 peak가 더 낮은 load에 있어서이며 이득이 아니다.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</a:rPr>
              <a:t>- 별은 둘 다 ★: 6쌍 중 최악 P99가 Baseline 28,234 ms, 후보 80,568 ms로 4 s 초과.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3383279"/>
            <a:ext cx="283464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404040"/>
                </a:solidFill>
                <a:latin typeface="맑은 고딕"/>
                <a:ea typeface="맑은 고딕"/>
              </a:rPr>
              <a:t>cb_kv_8k_b32@B200 공통 load: Baseline 3,195 -&gt; C1 80,290 ms, 그 load goodput 0 tok/s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악화 쌍 6/6 (공통 load)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349240"/>
            <a:ext cx="2468880" cy="10515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QA2 TPOT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P99 x0.99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5349240"/>
            <a:ext cx="6126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</a:rPr>
              <a:t>- 거의 같다(4.07 vs 4.04 ms). TPOT는 decode의 HBM 대역폭이 정하고 DP4는 decode 방식을 바꾸지 않으며 KV는 decode 시작 전에 HBM에 도착한다. SLO(50 ms)보다 훨씬 낮아 개선 여지도 없다.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5349240"/>
            <a:ext cx="283464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404040"/>
                </a:solidFill>
                <a:latin typeface="맑은 고딕"/>
                <a:ea typeface="맑은 고딕"/>
              </a:rPr>
              <a:t>TPOT P99 악화 쌍 0/6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비일관 CXL 공유 메모리의 KV 일관성 구조 - Appendix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DP4 평가 결과 - QA별로 왜 이런 값이 나왔나 (2/2: 자원, 변경 용이성, C1 대 C2)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24688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QA / 수치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40" y="1051560"/>
            <a:ext cx="61264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왜 이런 값이 나왔나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1051560"/>
            <a:ext cx="28346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근거 (시나리오·측정값)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1371600"/>
            <a:ext cx="2468880" cy="13258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QA3 KV 상주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x4.48 (절감 x0.22)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own-peak 13.6 vs 15.9 GiB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1371600"/>
            <a:ext cx="6126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사전 등록 정의는 Baseline peak load에서 같은 요청 구간을 비교한다. 후보는 그 load에서 이미 포화해 P 노드 전송 버퍼에 요청이 쌓인다(P buffer 114.4 대 6.3 GiB). 풀 사본은 평균 4.1 GiB로 작다.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각 arm의 own-peak load에서는 13.6 대 15.9 GiB(절감 x1.17, ★★ 구간). 정의 민감도일 뿐 C1 = C2라 선택은 불변.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1371600"/>
            <a:ext cx="283464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cb_kv_8k_b32@B200: KV 상주 16.7 -&gt; 385.7 GiB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QA3 하한 0.95는 Baseline 잡음 안(H100 24.3%)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743200"/>
            <a:ext cx="2468880" cy="13716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QA4 변경 용이성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C1 ★★★ · C2 ★★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공수 0.461 vs 0.509 MM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34640" y="2743200"/>
            <a:ext cx="6126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변경 시나리오 4종(신규 HW capability, 객체 class, 정책 교체, topology)을 시뮬레이터 proxy에 구현해 diff를 쟀다. module 평균은 같다(2.25). 차이는 S4(풀 2개)에서 C2의 LOC 28 대 14, S1에서 C2 module 크기가 더 큰 데서 온다.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이 차이가 별을 가르는 것은 경계 0.5 MM가 두 값 사이라서다. 상수·집계·경계 변형 24가지 중 19가지에서 C1 = C2(동점).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2743200"/>
            <a:ext cx="283464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S4 공수: C1 0.738 · C2 0.905 MM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측정 기준 소스가 Iteration 2 이전(재측정 필요)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[B+C] proxy, 실제 에이전트 세션 아님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160520"/>
            <a:ext cx="2468880" cy="22402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C1 대 C2 trade-off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성능은 같고 장애·확장 특성이 다름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model check: 2노드 전수 통과, 3노드 불완전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4160520"/>
            <a:ext cx="61264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control plane 연산은 C1 2.1~7.3 µs, C2 2.6~804 µs로 C2가 최대 313배 느리지만 TTFT는 수백 ms 이상이라 QA에 안 드러난다.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확장: C2 포화 rate는 S x N에 따라 감소(stripe 1 -&gt; 512: 6,400 -&gt; 400 req/s), C1은 스레드로 증가(204,800 -&gt; 819,200). 제공 rate보다 최소 16배 위라 N &lt;= 16에서 포화 없음.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장애: C1 서버 노드 손실(30 s)에서 goodput B200 x0.46, H100 x0.65(C2 영향 없음); C2 as-published 락 고착(요청 41건 정지, goodput B200 x0.976, H100 x0.978), lease 보완안은 회복.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정확성 [C]: 정상 C1·C2는 2노드 전수, 결함 변종 7개 모두 검출. 3노드는 상한 1,500,000 상태에서 모두 불완전(검출 1/7).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4160520"/>
            <a:ext cx="2834640" cy="22402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포화 rate와 장애: `d4_lock_stripes_*`, `d4_server_threads_*`, `d4_fail_*`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C2 락 상수는 ASSUMED, lease는 평가자의 가정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stale slot-body 가정이 C1_no_clflush 결과를 좌우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비일관 CXL 공유 메모리의 KV 일관성 구조 - Appendix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DP4 평가에서 고려한 시나리오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1143000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50" b="1">
                <a:solidFill>
                  <a:srgbClr val="404040"/>
                </a:solidFill>
                <a:latin typeface="맑은 고딕"/>
                <a:ea typeface="맑은 고딕"/>
              </a:rPr>
              <a:t>prefill 서버가 만든 KV cache(대화 문맥의 중간 결과)를 decode 서버로 넘기는 경로를 비교했다. Baseline은 서버 사이를 RDMA로 복사하고, 후보는 서버들이 함께 쓰는 CXL 공유 메모리 풀에 한 번 두고 서로 읽는다. 공유 풀은 서버 간 캐시 일관성을 하드웨어가 주지 않아 '목록(메타데이터)을 누가 관리하나'가 문제이며 답이 C1(한 서버가 직렬 처리), C2(모든 노드가 락으로 직접 갱신)다.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공통 3개 시나리오 x 2시스템 = 6쌍, DP4 전용 17개(변종 포함 19행) x 2시스템 = 38쌍. 비교 가능 43쌍, 포화 1쌍(d4_fail_lockholder[lease]@H100), Baseline도 SLO 불가인 쌍 0쌍. 승/무/패(Baseline 대비) C1 4/33/7, C2 4/33/7; goodput이 95% CI 밖으로 좋아진 쌍 0.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2057400"/>
            <a:ext cx="2651760" cy="6858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기본 서비스 상황 (공통 3개, 별점 산출)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057400"/>
            <a:ext cx="8778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8K 입력·256 생성의 대화 서비스에서 서버 사이 링크가 다른 트래픽으로 거의 차 있는 경우(background 0.85), 점점 막히는 경우(0.2에서 0.9), KV에 LoRA·MoE·Agent·Tool 데이터가 섞이는 경우. 결과: 6쌍 모두 후보가 Baseline보다 낮다(QA1 x0.70). 대표 예: 링크가 85% 차 있을 때 KV 2.5 GiB를 Baseline은 한 번(211 ms), 후보는 쓰고 다시 읽어 두 번(568 ms).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2779776"/>
            <a:ext cx="2651760" cy="6858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접근이 쏠린 경우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2779776"/>
            <a:ext cx="8778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요청의 90%가 같은 긴 prefix를 공유(`d4_hot_prefix_fanout`): C1 서버 대기열, C2 락 경합을 건드린다. 두 구조 모두 영향이 없었다. 고르게 흩어진 접근만 따로 본 시나리오는 아직 없다.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502152"/>
            <a:ext cx="2651760" cy="6858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데이터 종류별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502152"/>
            <a:ext cx="8778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KV cache 중심. 8턴 에이전트의 History KV 재사용(`d4_agent_multiturn`, 별도 행): H100 x1.66, B200 x0.52(H100은 Baseline seed 일부 붕괴로 확정 불가). 혼합(CB-3)은 풀 트래픽·객체 수만 반영하고 종류별 접근 패턴은 모델링하지 않았다.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224528"/>
            <a:ext cx="2651760" cy="6858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규모·자원 조건의 변화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4224528"/>
            <a:ext cx="8778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서버 4·8·16대, 블록 크기 16·256 토큰, 작은 prompt를 높은 rate로(512 in/64 out), 풀 95% 점유에서 매번 퇴출, C2 락 stripe 1·8·512, C1 서버 스레드 2·4. 모두 C1 = C2이고 control plane 포화 rate는 제공 rate보다 크게 위(최소 16배).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46904"/>
            <a:ext cx="2651760" cy="6858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장애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946904"/>
            <a:ext cx="8778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C1 메타데이터 서버 재시작(0.5 s)과 노드 손실(인덱스 재구성 30 s), C2 락 보유 노드 장애(as-published는 락이 풀리지 않음, lease 보완안은 풀림). C1 SPOF와 C2 락 고착이 별점 밖에서 둘을 가른다.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669280"/>
            <a:ext cx="2651760" cy="6858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정확성 (별점 밖) / 아직 없는 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5669280"/>
            <a:ext cx="8778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비일관 캐시 추상 모델에서 두 프로토콜과 결함 변종 7개를 검사. 아직 없음: 실제 CXL 풀 측정, 서버 2대 초과 실측, 다중 테넌트, 풀 장치 장애, 스위치 혼잡, KV 외 객체의 종류별 패턴, 균일 접근 전용 시나리오, 실제 trace.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와이드스크린</PresentationFormat>
  <Paragraphs>113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맑은 고딕</vt:lpstr>
      <vt:lpstr>Arial</vt:lpstr>
      <vt:lpstr>Wingdings</vt:lpstr>
      <vt:lpstr>Office 테마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DP3. Long Context를 위한 KV 캐시 압축 및 재사용 구조 – 배경 </dc:title>
  <dc:creator>Myeong Woo Kim</dc:creator>
  <cp:lastModifiedBy>Myeong Woo Kim</cp:lastModifiedBy>
  <cp:revision>1</cp:revision>
  <dcterms:created xsi:type="dcterms:W3CDTF">2026-10-03T15:48:21Z</dcterms:created>
  <dcterms:modified xsi:type="dcterms:W3CDTF">2026-10-03T15:48:31Z</dcterms:modified>
</cp:coreProperties>
</file>