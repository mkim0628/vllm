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B59D-6851-4087-A360-1717CD539FDC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42F9D-A517-472D-B53C-0A9BC49CDB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스크립트 · 약 40초 (우측 패널)]</a:t>
            </a:r>
          </a:p>
          <a:p>
            <a:r>
              <a:t>오른쪽은 이 설계를 이해하기 위한 세 가지 Plane입니다. 세 Plane은 서로 다른 흐름을 맡습니다.</a:t>
            </a:r>
          </a:p>
          <a:p>
            <a:r>
              <a:t>Control Plane은 결정 흐름입니다. Migration Scheduler가 평가 시점을 구동하고, Policy Engine이 무엇을 어디로 옮길지 정해 MigrationIntent를 내보냅니다.</a:t>
            </a:r>
          </a:p>
          <a:p>
            <a:r>
              <a:t>Resource Plane은 상태 흐름입니다. Telemetry Collector가 tier별 용량, 대역폭, 부하를 서빙 경로 밖에서 계속 수집하고, Memory Registry가 tier별 capability를 보관합니다.</a:t>
            </a:r>
          </a:p>
          <a:p>
            <a:r>
              <a:t>Data Plane은 이동 흐름입니다. Migration Executor가 Intent를 받아 이동을 조율하고, Transfer Handler가 tier 간 실제 복사를 background DMA로 수행합니다.</a:t>
            </a:r>
          </a:p>
          <a:p>
            <a:r>
              <a:t>맨 아래 Common Memory Backend Interface는 신규 메모리를 Plug-in으로 편입하는 지점으로, 설계 쟁점 2에 대응합니다.</a:t>
            </a:r>
          </a:p>
          <a:p>
            <a:r>
              <a:t>후보별 모듈(Analyzer, Mapper 등)과 결정 로직을 어느 Plane에 둘지는 다음 장에서 비교합니다.</a:t>
            </a:r>
          </a:p>
          <a:p/>
          <a:p>
            <a:r>
              <a:t>[핵심 · 근거 · 선택의 의미]</a:t>
            </a:r>
          </a:p>
          <a:p>
            <a:r>
              <a:t>핵심: 세 Plane은 결정, 상태, 이동이라는 서로 다른 흐름을 나눈다. 모듈은 두 후보에 공통인 것만 넣었다.</a:t>
            </a:r>
          </a:p>
          <a:p>
            <a:r>
              <a:t>근거: 결정은 event 기반 비동기, 관측은 주기 수집(서빙 경로 밖, FR-05), 이동은 background DMA라 시간 규모가 다르다.</a:t>
            </a:r>
          </a:p>
          <a:p>
            <a:r>
              <a:t>연결: 다음 장(설계)에서 후보별 모듈과 결정 로직의 소속이 달라진다.</a:t>
            </a:r>
          </a:p>
          <a:p>
            <a:r>
              <a:t>출처: doc-mk/DP1/dp1-ai-data-migration-decision-architecture.md, Requirements/DP1-requirements.md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6F1F-6FFF-438E-978E-7F50C6A9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FAFD0-1F82-4A9B-B3F6-9922480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504BB-6AAA-4233-A0A1-1975C91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92343-8259-4E59-9F61-74C15CC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B83A2-9524-4B3A-B3C6-D4F79B0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69E3-A266-4BEB-8BBA-CE42A5B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CA8F-9445-4D8B-A0A0-34714CB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E6160-1C4D-4559-89D9-A35150A3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329A2-229C-4CBB-AC58-12A0F0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D84D-6A9B-449E-843F-67D8BA6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59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6C279-BE8E-4A58-8F27-8C25650D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2A46-7FFF-4D6F-AA6E-D59A612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85FA-9578-48E3-9E09-D095C1D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1F830-4CCD-4D6C-BCCB-003C05C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742D8-AAC9-4467-8546-CC9D64B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B4E56-0A82-416C-92D9-654BF5C9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2FE0-D66C-416D-A771-4B8A78E1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DFEE8-FEDA-40B6-AD92-F654C3C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12402-8087-4755-8681-5AB4A554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EB7B6-16FD-43F7-AD81-6AE0533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84AA5-2DBF-4023-90B7-AAC1D132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D15B-0C0F-4390-875E-1590EE8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13CE4-54D4-472C-AF86-5304C461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3848C-49A2-46AD-B69D-6770C2A4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7C98F-4810-4F56-8535-9FA72E9A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491211-BEE3-4FEF-980E-6C26F7443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1097-25B6-4C35-9EDA-0A1B99A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967B94-09AA-40C9-A6E7-C49079C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06B7-77D3-4F97-B3C3-87F6F63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900A-A75F-4F93-AE6D-F58DCEBA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A1503-70FC-402A-9BEA-A7A4CBD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CE03B-7743-434D-93C2-5D3CF40D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11778-A95C-403D-A5C5-03429AA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9B79F9-D3BF-4383-9A2B-6720ED16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91CDC1-1BD2-4CEC-AF70-F1035E0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BE70D-7B66-4208-B021-AB8D7CB4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9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1A4DB-6070-458A-B403-8962043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FAD1F-018C-4CD8-A320-CCA38716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798B4-57C3-44B4-A8C2-A1110A14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82C16-FF45-4304-A19A-EF629B47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6C59-F03D-40C5-A062-6C1D08E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D1989-7D2D-483E-8B76-675B71A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8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0EA15-1B37-4FC8-A267-BD814C73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6C1A13-FB13-43ED-9A16-DE43BD615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0587-5197-4793-84A9-1FCE8E0F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05951-2B75-4A9C-9D31-DA984C7D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FFFB-CB82-44B7-ADD5-6C06FFC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3ACB5-7C5F-4763-A545-1E091D9C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7E99-E266-4394-AC3C-C81C0AA0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3C54-E094-4214-B922-CFC0A756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B284-4B0D-4115-B089-AA26C33B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50256-F467-447D-9263-C7183DD6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67B8-E91F-4EFF-904D-A125138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8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CC87E-C30F-4874-9B17-340763F05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237634-FD61-4D11-A5FB-707E825A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80697-7563-4134-9650-BD8DE52F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95852-3BEA-4032-BF3B-1DBB06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DC6E-6854-4E11-B4EC-45C9A22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1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40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AD665B-95C3-4399-9C37-9DABDB1E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DC265-2495-45CB-94D5-2A0095D3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49F97-8660-4B82-B92F-E2817628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CD36A-B7E4-4EBB-BD2C-7A89014F8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9CF50-AAA0-498B-83B2-83B85538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DP1. Data Migration 결정 구조 - 배경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" y="667512"/>
            <a:ext cx="116128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 Agent의 Multi-turn 및 병렬 작업으로 Context와 동시 요청이 증가하여 KV 캐시 등 </a:t>
            </a:r>
            <a:r>
              <a:rPr sz="12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데이터의 메모리 요구량 급증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 Tool 실행·응답 대기 중인 데이터가 HBM에 상주하면서 </a:t>
            </a:r>
            <a:r>
              <a:rPr sz="12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실제 연산에 활용되지 않는 HBM 점유량 증가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 </a:t>
            </a:r>
            <a:r>
              <a:rPr sz="12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데이터의 접근 빈도·재사용 특성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과 </a:t>
            </a:r>
            <a:r>
              <a:rPr sz="12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Memory Tier별 용량·대역폭·지연시간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을 고려하여, 적절한 Tier로 </a:t>
            </a:r>
            <a:r>
              <a:rPr sz="12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데이터를 동적으로 이동시키는 Migration 결정 구조 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2185416"/>
            <a:ext cx="5632704" cy="2980944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029968"/>
            <a:ext cx="448056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이기종 메모리 환경의 데이터 Migration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4937760" cy="164592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[기존 &lt;데이터 배치 시나리오&gt; 그림 유지]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85416"/>
            <a:ext cx="5705856" cy="2980944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20840" y="2029968"/>
            <a:ext cx="4754880" cy="310896"/>
          </a:xfrm>
          <a:prstGeom prst="round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메모리 자원 및 데이터 특성 기반 데이터 이동·배치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59736"/>
            <a:ext cx="5431536" cy="96012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459736"/>
            <a:ext cx="5431536" cy="219456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Control Plane   결정 흐름: 언제·무엇을·어디로 이동할지 판단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734056"/>
            <a:ext cx="260604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Scheduler</a:t>
            </a:r>
          </a:p>
          <a:p>
            <a:pPr algn="ctr">
              <a:spcAft>
                <a:spcPts val="1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 시점을 구동 (event 기반, 비동기)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2734056"/>
            <a:ext cx="256032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Policy Engine</a:t>
            </a:r>
          </a:p>
          <a:p>
            <a:pPr algn="ctr">
              <a:spcAft>
                <a:spcPts val="1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이동 대상·목적지 결정 → MigrationIntent 발행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694176"/>
            <a:ext cx="2651760" cy="1188720"/>
          </a:xfrm>
          <a:prstGeom prst="rect">
            <a:avLst/>
          </a:prstGeom>
          <a:solidFill>
            <a:srgbClr val="F0F1F3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694176"/>
            <a:ext cx="2651760" cy="219456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Resource Plane   상태 흐름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950208"/>
            <a:ext cx="24688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 Collector</a:t>
            </a:r>
          </a:p>
          <a:p>
            <a:pPr algn="ctr">
              <a:spcAft>
                <a:spcPts val="1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tier별 용량·대역폭·부하 상시 수집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407408"/>
            <a:ext cx="24688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 Registry</a:t>
            </a:r>
          </a:p>
          <a:p>
            <a:pPr algn="ctr">
              <a:spcAft>
                <a:spcPts val="1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tier별 capability 정보 보관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0576" y="3694176"/>
            <a:ext cx="2651760" cy="1188720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0576" y="3694176"/>
            <a:ext cx="2651760" cy="219456"/>
          </a:xfrm>
          <a:prstGeom prst="rect">
            <a:avLst/>
          </a:prstGeom>
          <a:solidFill>
            <a:srgbClr val="548235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Data Plane   이동 흐름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2016" y="3950208"/>
            <a:ext cx="24688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Executor</a:t>
            </a:r>
          </a:p>
          <a:p>
            <a:pPr algn="ctr">
              <a:spcAft>
                <a:spcPts val="1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Intent를 받아 이동 수행·조율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72016" y="4407408"/>
            <a:ext cx="24688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 Handler</a:t>
            </a:r>
          </a:p>
          <a:p>
            <a:pPr algn="ctr">
              <a:spcAft>
                <a:spcPts val="1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tier 간 실제 복사 (Background DMA)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928616"/>
            <a:ext cx="5431536" cy="201168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Common Memory Backend Interface  ·  신규 메모리는 Plug-in으로 편입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7635240" y="3419856"/>
            <a:ext cx="0" cy="274320"/>
          </a:xfrm>
          <a:prstGeom prst="line">
            <a:avLst/>
          </a:prstGeom>
          <a:ln w="15240">
            <a:solidFill>
              <a:srgbClr val="7F7F7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80960" y="3429000"/>
            <a:ext cx="14630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조회 · event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469880" y="3419856"/>
            <a:ext cx="0" cy="274320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515600" y="3429000"/>
            <a:ext cx="128016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MigrationIntent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052559" y="4197096"/>
            <a:ext cx="128017" cy="0"/>
          </a:xfrm>
          <a:prstGeom prst="line">
            <a:avLst/>
          </a:prstGeom>
          <a:ln w="15240">
            <a:solidFill>
              <a:srgbClr val="7F7F7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915400" y="427024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6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
갱신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184648"/>
            <a:ext cx="570585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후보별 특화 모듈(Analyzer, Mapper 등)과 결정 로직의 소속은 다음 장(설계)에서 비교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83464" y="5596128"/>
            <a:ext cx="411480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577840"/>
            <a:ext cx="1115568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System-Level의 메모리 효율적 활용을 위해 AI 응용에 맞는 데이터 스케줄링 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907024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쟁점 1. 메모리 특성, 데이터 특성을 aware한 데이터 Migration을 통해 </a:t>
            </a:r>
            <a:r>
              <a:rPr sz="11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AI 추론 성능 최적화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쟁점 2. 신규 메모리 확장 시 </a:t>
            </a:r>
            <a:r>
              <a:rPr sz="11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기존 구조 변경을 최소화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5707</Words>
  <Application>Microsoft Office PowerPoint</Application>
  <PresentationFormat>와이드스크린</PresentationFormat>
  <Paragraphs>852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DP4. 요청 조율 구조 (Orchestration) - 배경</vt:lpstr>
      <vt:lpstr>DP4. 여러 서버를 묶는 요청 조율 구조 - 배경</vt:lpstr>
      <vt:lpstr>DP4. 요청 조율 계층 (Orchestration) 설계 -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배경</dc:title>
  <dc:creator>Myeong Woo Kim</dc:creator>
  <cp:lastModifiedBy>Myeong Woo Kim</cp:lastModifiedBy>
  <cp:revision>1</cp:revision>
  <dcterms:created xsi:type="dcterms:W3CDTF">2026-10-10T04:25:41Z</dcterms:created>
  <dcterms:modified xsi:type="dcterms:W3CDTF">2026-10-10T04:26:54Z</dcterms:modified>
</cp:coreProperties>
</file>