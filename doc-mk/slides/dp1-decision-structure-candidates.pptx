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DP1은 결정 구조, DP3은 실행 구조로 질문을 구조 결정으로 바꾼다. 경계는 MigrationIntent 계약이다.</a:t>
            </a:r>
          </a:p>
          <a:p>
            <a:r>
              <a:t>근거: 기존 DP1 질문(무엇을 언제 어디로)은 placement 정책이라 알고리즘으로 읽혔고, 기존 DP3(데이터 재사용성)도 정책 선택이었다.</a:t>
            </a:r>
          </a:p>
          <a:p>
            <a:r>
              <a:t>선택의 의미: DP3은 DP1 문서가 범위 밖으로 둔 공통 Migration subsystem(reserve/copy/commit/rollback)을 설계 대상으로 삼는다.</a:t>
            </a:r>
          </a:p>
          <a:p>
            <a:r>
              <a:t>출처: doc-mk/DP1/dp1-ai-data-migration-decision-architecture.md §2, doc-mk/Requirements/DP1-requirements.md §1. DP 번호는 발표 맥락(DP1 데이터/DP2 연산/DP3/DP4 서버 간)과 repo 문서 번호가 달라 통일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신호 종류는 정책 입력의 차이라 구조 후보에서 내리고, 결정 위치와 Policy↔Mechanism 계약을 후보 축으로 삼는다.</a:t>
            </a:r>
          </a:p>
          <a:p>
            <a:r>
              <a:t>근거: C1/C2는 같은 골격에서 Provider 교체로 구현되며 트리거는 공통이다. Mover 구조는 DP3 소관이다.</a:t>
            </a:r>
          </a:p>
          <a:p>
            <a:r>
              <a:t>선택의 의미: Engine-embedded를 Baseline으로 두어 Controller 분리의 이득(Q3)과 비용(hop, 상태 지연)을 같은 조건에서 비교한다.</a:t>
            </a:r>
          </a:p>
          <a:p>
            <a:r>
              <a:t>출처: doc-mk/DP1/DP1-architecture-view-A-controlloop-3plane.pptx, DP1-architecture-view-B-plugin-ports.pptx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결정 기능의 위치(Engine 내장 vs 독립 Controller)와 계약(Imperative vs Declarative)이 세 안을 가른다.</a:t>
            </a:r>
          </a:p>
          <a:p>
            <a:r>
              <a:t>근거: As-Is에서 정책이 tier 구성에 결합되어 신규 메모리마다 코드를 수정한다(한계 ②). 2안은 FR-07(plug-in 1 + Descriptor 1)을 구조로 충족한다.</a:t>
            </a:r>
          </a:p>
          <a:p>
            <a:r>
              <a:t>선택의 의미: 평가 전이라 선택은 표시하지 않는다. 1안은 Baseline이며 2안의 hop·stale 비용이 Q3 이득으로 정당화되는지 본다.</a:t>
            </a:r>
          </a:p>
          <a:p>
            <a:r>
              <a:t>가정: 1안·3안은 신규 제안이며 vLLM 코드 대응은 확인 필요. 출처: Requirements/DP1-requirements.md FR-05, FR-07, 설계 문서 §1.0.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같은 정책(iso-policy)에서 구조 요인만 바꿔 QA를 본다. 정책 품질 차이는 Provider 교체로 분리한다.</a:t>
            </a:r>
          </a:p>
          <a:p>
            <a:r>
              <a:t>근거: Q1은 결정 경로 지연, Q2는 상태 반영 지연, Q3은 수정 모듈 수, Q4는 tier 수 증가 시 지연 증가율로 환산한다. 숫자는 아직 없고 모두 가설·추정이다.</a:t>
            </a:r>
          </a:p>
          <a:p>
            <a:r>
              <a:t>선택의 의미: 시뮬레이션 [B+C]로 확인 전에는 우열을 단정하지 않는다. Q3 2안만 문서 확정(FR-07).</a:t>
            </a:r>
          </a:p>
          <a:p>
            <a:r>
              <a:t>출처: Requirements/DP1-requirements.md FR-05, FR-07, Requirements/memo-threshold-unification.md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4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DP1. 이기종 메모리 Data Migration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DP1·DP3을 구조 질문으로 재정의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5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1042415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기존 질문('어떤 데이터를 언제, 어디로')은 placement 정책 문제라 알고리즘 설계로 읽힘. 같은 문제를 '누가, 어떤 경계로, 어떤 계약과 흐름으로'로 바꿔 구조 결정을 드러냄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DP1 = 결정(WHEN/WHAT/WHERE)의 구조, DP3 = 실행(HOW)의 구조. 둘의 경계는 MigrationIntent 계약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1965960"/>
            <a:ext cx="5486400" cy="324612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84831" y="1810512"/>
            <a:ext cx="20116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 결정 구조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40280"/>
            <a:ext cx="5166360" cy="713232"/>
          </a:xfrm>
          <a:prstGeom prst="rect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이기종 메모리의 이동 결정 기능을 어떤 책임 경계와 Policy↔Mechanism 계약으로 구성할 것인가?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5212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구조 결정 대상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결정 기능의 위치: Engine 내장 / 독립 Controller (Policy·State·Data 분리)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계약 형태: Imperative MigrationIntent / Declarative desired placement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변이점 경계: Policy SPI, Memory Backend I/F (신규 정책·메모리 편입 비용)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기존 C1(자원 상태) / C2(데이터 행동)는 '어떤 신호'의 차이라 Signal Provider 구현체로 내림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주 QA: Q3 변경용이성 · Q4 확장성 (Q1, Q2는 결정 경로 지연·상태 반영 지연으로 측정)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97880" y="3611880"/>
            <a:ext cx="274320" cy="0"/>
          </a:xfrm>
          <a:prstGeom prst="line">
            <a:avLst/>
          </a:prstGeom>
          <a:ln w="2540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77840" y="3703320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MigrationIntent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965960"/>
            <a:ext cx="5577840" cy="324612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79" y="1810512"/>
            <a:ext cx="20116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DP3  실행 구조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40280"/>
            <a:ext cx="5303520" cy="713232"/>
          </a:xfrm>
          <a:prstGeom prst="rect">
            <a:avLst/>
          </a:prstGeom>
          <a:solidFill>
            <a:srgbClr val="E2F0D9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결정된 이동 의도를 서빙 critical path를 막지 않고 실행하도록, 이동 실행 기능을 어떤 컴포넌트·비동기 흐름·완료 통지 경계로 분리할 것인가?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17520"/>
            <a:ext cx="53035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구조 결정 대상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Mover 분리 수준: Inline 동기 이동 / 전용 Mover + 큐·스트림 / Scheduler 통합 prefetch 파이프라인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이동↔연산 overlap 경계와 완료(completion) 이벤트 전달 방식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일관성 경계: ref_cnt pin, reserve → copy → commit / rollback 의 책임 위치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DP1 문서에서 '범위 밖(공통 Migration subsystem)'으로 둔 영역을 DP3이 설계 대상으로 가져옴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주 QA: Q1 Throughput · Q2 HBM 점유율 · 기능 정확성(이동 중 출력 불변)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83464" y="5440680"/>
            <a:ext cx="411480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22392"/>
            <a:ext cx="1115568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DP1은 '결정을 어디에 두고 어떤 계약으로 넘기는가', DP3은 '넘겨받은 의도를 어떤 구조로 막힘 없이 실행하는가'로 가른다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751576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1. DP1 연결: 결정 구조를 갖춰도 이동이 critical path를 막으면 Memory Pressure가 해소되지 않음 → DP3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2. 번호 주의: repo 문서의 DP3(KV eviction/reuse)은 이 안에서 DP1 Policy SPI 구현체 또는 부록으로 흡수 (번호 통일 필요)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DP1. 이기종 메모리 Data Migration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DP1 후보를 가르는 축 선정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5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F2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46888" y="1143000"/>
          <a:ext cx="11750040" cy="3456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1760"/>
                <a:gridCol w="681228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신호 (C1 자원 상태 / C2 데이터 행동)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Control·State·Data 골격 위에서 Signal Provider만 교체해 구현 가능. 차이는 구조가 아니라 '무엇을 보고 판단하는가'(정책 입력). 기존 평가 결과(C1 선택, 근소)는 그대로 유지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Policy SPI 구현체로 흡수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트리거 (event / 주기 / 선제)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설계에서 두 후보 모두 Event-driven Migration Scheduler를 공통 진입점으로 사용. 후보 간 변별력 없음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요소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Mover 구조 (동기 / 전용 큐 / 통합 prefetch)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결정이 아니라 실행의 구조. 결정 구조와 직교하므로 DP3에서 비교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DP3로 이관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기능의 위치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Engine 내장으로 둘 것인가, 독립 Controller로 분리할 것인가. 정책·tier 변경 시 수정 범위(Q3)와 결정 경로 지연(Q1)이 실제로 갈림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Policy↔Mechanism 계약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명령형 Intent('X를 tier B로')로 넘길 것인가, 선언형 desired placement를 두고 수렴시킬 것인가. 실패·재시도·분산 확장 방식이 갈림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347472" y="4846320"/>
            <a:ext cx="11402568" cy="14630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79876" y="4690872"/>
            <a:ext cx="493776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 후보 (같은 MigrationIntent 의미, 같은 Signal Provider 입력)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38928"/>
            <a:ext cx="3566160" cy="914400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[1안] Engine-embedded (Baseline)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결정을 Scheduler·KV Manager 안에 내장, 실행도 직접 호출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5138928"/>
            <a:ext cx="3566160" cy="914400"/>
          </a:xfrm>
          <a:prstGeom prst="rect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[2안] Control·State·Data 분리 Controller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Signal Provider 플러그인, 기존 View A(제어 루프 + 3 Plane)·View B(Plug-in) 계열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5138928"/>
            <a:ext cx="3566160" cy="914400"/>
          </a:xfrm>
          <a:prstGeom prst="rect">
            <a:avLst/>
          </a:prstGeom>
          <a:solidFill>
            <a:srgbClr val="E2F0D9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[3안] Declarative Desired-State + Reconciler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Policy는 목표 배치만 선언, Reconciler가 observed와 diff해 수렴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6327648"/>
            <a:ext cx="11430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바뀌는 변수는 '결정 기능의 위치'와 'Policy↔Mechanism 계약' 두 개다. 1안·3안은 신규 제안, 2안은 기존 설계의 재정리 [제안].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DP1. 이기종 메모리 Data Migration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이동 결정 기능을 어떤 구조로 구성할 것인가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5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F2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46888" y="1042415"/>
          <a:ext cx="11750040" cy="49926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86384"/>
                <a:gridCol w="3657600"/>
                <a:gridCol w="3657600"/>
                <a:gridCol w="3648456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안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(1안) Engine-embedded 결정 + 직접 호출 </a:t>
                      </a: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(Baseline)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(2안) Control·State·Data 분리 Controller </a:t>
                      </a: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Signal Provider 플러그인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(3안) Declarative Desired-State </a:t>
                      </a: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Reconciler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호출 hop 최소, 상태를 직접 읽어 반영 지연 작음 [가설]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구성 요소가 적어 구현 단순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Policy / State / Mechanism 책임 분리, 변경이 Provider·Descriptor로 국소화 (FR-07)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결정이 event 기반 비동기라 forward 경로 밖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의도와 실행 분리 → 실패·재시도·재평가에 강함 [가설]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desired 저장소를 샤딩하면 노드 확장(DP4)과 정합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정책·tier 구성이 엔진 core에 결합, 신규 정책·메모리마다 core 수정 (Q3)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결정 비용이 iteration critical path에 가산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컴포넌트·hop 증가, Telemetry snapshot age만큼 상태 stale (Q2)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중앙 Controller가 단일 지점 (Q4)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desired / observed 이중 상태 관리, 수렴 지연 (Q2)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vLLM에 대응 구조가 없어 구현 비용 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Tradeoff
(평가 전 가설)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Q1: critical path 가산 위험 / Q2: 유리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Q3·Q4: 불리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Q1: 유리 / Q2: stale 위험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Q3: 유리 / Q4: 단일 지점 위험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Q1: 유리 / Q2: 수렴 지연 위험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Q3: 보통 / Q4: 유리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1033271" y="1536192"/>
            <a:ext cx="3511296" cy="2560320"/>
          </a:xfrm>
          <a:prstGeom prst="rect">
            <a:avLst/>
          </a:prstGeom>
          <a:solidFill>
            <a:srgbClr val="F0F1F3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3271" y="1536192"/>
            <a:ext cx="3511296" cy="219456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vLLM EngineCore  (단일 프로세스)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0431" y="1901952"/>
            <a:ext cx="1325880" cy="475488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1901952"/>
            <a:ext cx="1463040" cy="475488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Cache Manager
(결정 로직 내장)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96312" y="2139696"/>
            <a:ext cx="457200" cy="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423160" y="1901952"/>
            <a:ext cx="5486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70431" y="2816352"/>
            <a:ext cx="324612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전용 Offload / Copy 경로  (동기 호출)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85031" y="2377440"/>
            <a:ext cx="0" cy="438912"/>
          </a:xfrm>
          <a:prstGeom prst="line">
            <a:avLst/>
          </a:prstGeom>
          <a:ln w="1778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30752" y="2496312"/>
            <a:ext cx="6858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직접 호출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0431" y="3547872"/>
            <a:ext cx="1554480" cy="384048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backend A (정적)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62072" y="3547872"/>
            <a:ext cx="1554480" cy="384048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backend B (정적)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47672" y="3273552"/>
            <a:ext cx="0" cy="27432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39312" y="3273552"/>
            <a:ext cx="0" cy="27432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690872" y="1536192"/>
            <a:ext cx="3511296" cy="896112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90872" y="1536192"/>
            <a:ext cx="3511296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Control Plane  (Policy · 결정)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82312" y="1828800"/>
            <a:ext cx="8686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Event
Scheduler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79592" y="1828800"/>
            <a:ext cx="1188720" cy="512064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Signal Provider
(plug-in: C1 / C2)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96912" y="1828800"/>
            <a:ext cx="822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Policy
Engine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50992" y="2084831"/>
            <a:ext cx="228600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68312" y="2084831"/>
            <a:ext cx="22860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690872" y="2496312"/>
            <a:ext cx="3511296" cy="640080"/>
          </a:xfrm>
          <a:prstGeom prst="rect">
            <a:avLst/>
          </a:prstGeom>
          <a:solidFill>
            <a:srgbClr val="F0F1F3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90872" y="2496312"/>
            <a:ext cx="3511296" cy="219456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State Plane  (Knowledge · 관측)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82312" y="2752344"/>
            <a:ext cx="10058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2752344"/>
            <a:ext cx="10058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Obj Registry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4888" y="2752344"/>
            <a:ext cx="10058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 Registry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90872" y="3200400"/>
            <a:ext cx="3511296" cy="566928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90872" y="3200400"/>
            <a:ext cx="3511296" cy="219456"/>
          </a:xfrm>
          <a:prstGeom prst="rect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Data Plane  (Mechanism · 실행)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48072" y="3438144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19672" y="3438144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 Handler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90872" y="3822191"/>
            <a:ext cx="3511296" cy="274320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Common Memory Backend I/F  (공통 HAL, plug-in)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47304" y="2340864"/>
            <a:ext cx="0" cy="1207008"/>
          </a:xfrm>
          <a:prstGeom prst="line">
            <a:avLst/>
          </a:prstGeom>
          <a:ln w="1778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616952" y="265176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Intent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6428231" y="2340864"/>
            <a:ext cx="0" cy="41148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348472" y="1536192"/>
            <a:ext cx="3511296" cy="896112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48472" y="1536192"/>
            <a:ext cx="3511296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Policy  (Signal Provider 포함)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39912" y="1828800"/>
            <a:ext cx="13716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Policy Engine
(목표 배치 산출)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68712" y="1828800"/>
            <a:ext cx="1508760" cy="512064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Desired Placement
(Spec 저장소)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11512" y="2084831"/>
            <a:ext cx="457200" cy="0"/>
          </a:xfrm>
          <a:prstGeom prst="line">
            <a:avLst/>
          </a:prstGeom>
          <a:ln w="1778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720072" y="1837943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선언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48472" y="2496312"/>
            <a:ext cx="3511296" cy="86868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48472" y="2496312"/>
            <a:ext cx="3511296" cy="219456"/>
          </a:xfrm>
          <a:prstGeom prst="rect">
            <a:avLst/>
          </a:prstGeom>
          <a:solidFill>
            <a:srgbClr val="C55A11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Reconciler  (diff → 수렴 루프)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39912" y="2770632"/>
            <a:ext cx="15544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Diff: desired vs observed
→ 이동 계획 + 재시도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68712" y="2770632"/>
            <a:ext cx="1508760" cy="502920"/>
          </a:xfrm>
          <a:prstGeom prst="rect">
            <a:avLst/>
          </a:prstGeom>
          <a:solidFill>
            <a:srgbClr val="F0F1F3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Observed State
(Telemetry · Registry)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9994392" y="301752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00232" y="2340864"/>
            <a:ext cx="0" cy="429768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8348472" y="3429000"/>
            <a:ext cx="3511296" cy="457200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48472" y="3429000"/>
            <a:ext cx="3511296" cy="219456"/>
          </a:xfrm>
          <a:prstGeom prst="rect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Data Plane  (Executor · Transfer Handler)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217152" y="3273552"/>
            <a:ext cx="0" cy="374904"/>
          </a:xfrm>
          <a:prstGeom prst="line">
            <a:avLst/>
          </a:prstGeom>
          <a:ln w="1778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262872" y="3319272"/>
            <a:ext cx="82296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Intent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48472" y="3913632"/>
            <a:ext cx="3511296" cy="182880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Common Memory Backend I/F  (공통 HAL)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327648"/>
            <a:ext cx="11430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점선: 비동기 event·수집 흐름, 실선: 호출·계약(Intent). 점수·별점은 임계값 통합 후 부여. 이 표의 우열은 모두 [가설].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DP1. 이기종 메모리 Data Migration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QA별 구조적 측정 근거 (정책은 고정, 구조만 변경)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5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F2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46888" y="1097280"/>
          <a:ext cx="11750040" cy="4462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2377440"/>
                <a:gridCol w="2057400"/>
                <a:gridCol w="2057400"/>
                <a:gridCol w="205740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 요인과 지표 (단위)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Engine-embedded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2안 분리 Controller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3안 Desired-State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방법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
Throughput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경로 지연 (μs/iter)과 TPOT 증분 (ms, P50/P99). Max SLO Goodput은 iso-policy에서 비교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결정이 iteration 안에서 실행 → critical path에 직접 가산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event push 비동기 → 가산 없음, 대신 반영 지연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결정·수렴 모두 비동기, 반영은 reconcile 주기에 종속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비용 sweep (0.1 / 1 / 10 ms)을 시뮬레이션에 적용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[B+C 예정]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
HBM 점유율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반영 지연 stale window: 압력 발생 → demote 시작 (ms), HBM peak overshoot (GB). 낮을수록 좋음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프로세스에서 직접 읽어 stale ≈ 0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Telemetry snapshot age(FR-05 허용 age)만큼 stale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reconcile 주기 + desired/observed gap만큼 지연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압력 step 입력 시 overshoot 측정, snapshot age sweep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[B+C 예정]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
변경용이성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정책 / memory tier / data class 추가 시 수정 모듈 수 (개, 토큰 비용 M/M)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Scheduler·KV Manager·offload 경로 동시 수정 (정책이 tier 구성에 결합, As-Is ②)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[추정]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Provider 1 + Descriptor 1 (+ Transfer Handler 1) — FR-07 문서 확정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[문서]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Policy 1 + Mover adapter 1. 단 desired 스키마 변경은 전 모듈에 파급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[추정]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QS-5(신규 memory 추가)를 3안 구조에 적용해 diff 모듈 수 집계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[설계 검토]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Q4
확장성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Scaling Efficiency: tier 수 N=2→8 증가 시 event→Intent 지연 증가율 (배)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tier 순회가 scheduler loop 안에서 N에 비례, 엔진마다 중복 결정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 Controller·Registry 경합 → 단일 지점 병목 가능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object 샤딩 가능, 단 desired/observed 일관성 비용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 sweep 시뮬레이션, Registry 경합 모델링 필요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[B+C 예정]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347472" y="5897880"/>
            <a:ext cx="11402568" cy="566928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17236" y="5742432"/>
            <a:ext cx="14630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비교 원칙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Signal Provider(C1)를 3안 모두 동일 구현으로 고정하고 구조만 바꿔 측정. 정책 품질(예측 정확도)은 구조 평가에서 제외. 별점·임계값은 통합 단계(memo-threshold-unification)에서 정하며 여기서는 쓰지 않음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