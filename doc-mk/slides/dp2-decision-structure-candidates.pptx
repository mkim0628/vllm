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DP2의 후보 구조를 결정 주체·정보 범위 축으로 비교하고, 선택 후 하이브리드 C로 보완하는 전략을 설명한다.</a:t>
            </a:r>
          </a:p>
          <a:p>
            <a:r>
              <a:t>출처: doc-mk/DP2/dp2-decision-structure-candidates-A-B-C.md, doc-mk/Requirements/memo-dp2-redesign-ideation.md. 모든 비교는 평가 전 가설이다.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DP2는 P/D를 구분하지 않고 attention을 어디서 실행할지만 정한다.</a:t>
            </a:r>
          </a:p>
          <a:p>
            <a:r>
              <a:t>설명: DP1이 배치한 위치를 입력으로 받아 Turn 시작 시 한 번 결정한다. 디코드 step 단위 결정은 범위 밖이다.</a:t>
            </a:r>
          </a:p>
          <a:p>
            <a:r>
              <a:t>연결: DP4는 이 결정을 멀티 노드로 확장한다.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QA1·QA2·QA3을 본다. QA3은 HBM 점유율(낮을수록 좋음)으로 재정의했다.</a:t>
            </a:r>
          </a:p>
          <a:p>
            <a:r>
              <a:t>근거: 끌어오기는 HBM 용량·대역폭·링크를 소모하므로 지연만 보면 손해가 처리량에서는 이득일 수 있다.</a:t>
            </a:r>
          </a:p>
          <a:p>
            <a:r>
              <a:t>연결: QA4·QA5는 후보 간 변별력이 없거나 DP4 소관이라 제외했다. 결정 비용은 민감도로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결정 시점 축은 노드 내에서 변별력을 잃으므로 결정 주체·정보 범위를 후보 축으로 삼는다.</a:t>
            </a:r>
          </a:p>
          <a:p>
            <a:r>
              <a:t>근거: 기존 C1/C2는 QA1에서 동점이었고 확장성에서만 갈렸는데 확장성은 DP4로 이동했다.</a:t>
            </a:r>
          </a:p>
          <a:p>
            <a:r>
              <a:t>결정: 같은 출력값을 쓰고 결정 구조만 바꿔 단일 변수 비교가 되도록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A는 중앙 Planner가 전역 상태와 예측 Cost로 Turn 시작 시 모든 구간의 실행 위치를 한 번에 확정한다.</a:t>
            </a:r>
          </a:p>
          <a:p>
            <a:r>
              <a:t>근거: HBM 기회비용 항(λ_HBM)이 목적함수에 들어 있어 고동시성에서 끌어오기를 억제할 수 있다.</a:t>
            </a:r>
          </a:p>
          <a:p>
            <a:r>
              <a:t>비용: 예측에 의존하므로 Cost Model 오차와 Tier jitter에 취약하다. 모두 평가 전 가설이다.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B′는 Tier마다 로컬 측정 신호로 접수·거절을 정하는 분산 admission이다. 원안의 Task Bus는 경쟁이 없어 제거했다.</a:t>
            </a:r>
          </a:p>
          <a:p>
            <a:r>
              <a:t>근거: 측정값을 쓰므로 예측 오차에 강건할 수 있다는 가설이 이 후보의 고유 가치다.</a:t>
            </a:r>
          </a:p>
          <a:p>
            <a:r>
              <a:t>주의: 원안의 '즉시 우회'는 디코드 중 전환이라 제약에 어긋나므로 Turn 시작 1회 결정으로 바꿨다. 거절은 KV 전체 이동이라 비싸다.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두 구조는 서로 다른 약점을 가지며 예상 우열은 모두 가설이다.</a:t>
            </a:r>
          </a:p>
          <a:p>
            <a:r>
              <a:t>근거: A는 전역 조정과 HBM 기회비용에서, B′는 측정 기반 강건성에서 이점이 있다.</a:t>
            </a:r>
          </a:p>
          <a:p>
            <a:r>
              <a:t>주의: 원안에서 근거가 약한 두 항목(QA4, 오버헤드)은 빼서 B′가 허수아비가 되지 않게 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평가 전에 선택 규칙과 시나리오를 먼저 정한다.</a:t>
            </a:r>
          </a:p>
          <a:p>
            <a:r>
              <a:t>근거: ε 주입과 jitter 시나리오는 A의 예측 의존성과 B′의 측정 강건성을 직접 가른다.</a:t>
            </a:r>
          </a:p>
          <a:p>
            <a:r>
              <a:t>주의: 임계값은 통합 단계에서 정한다. 시뮬레이터 확장 범위는 sim-extension-scope.md를 읽고 확정해야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C는 선택된 구조의 약점을 상대의 강점으로 보완한다. A 기준이면 Tier 로컬 측정 거부권을 얹는다.</a:t>
            </a:r>
          </a:p>
          <a:p>
            <a:r>
              <a:t>근거: A의 약점(예측 오차, jitter)과 B′의 약점(전역 시야 부재)이 상보적이다.</a:t>
            </a:r>
          </a:p>
          <a:p>
            <a:r>
              <a:t>결정: 채택 조건을 두어 개선이 작으면 순수 구조를 유지한다. 기준이 B′일 때는 중앙 예측을 임계치 보정용으로 이식하는 방향이다.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순수형을 먼저 평가하는 이유는 효과 귀속, 설계 변수 확보, 복잡도 정당화, 기준선 확보다.</a:t>
            </a:r>
          </a:p>
          <a:p>
            <a:r>
              <a:t>근거: 하이브리드의 veto 임계·hysteresis는 순수형 평가에서 나오는 거부 빈도, 우회 비용이 있어야 근거를 가진다.</a:t>
            </a:r>
          </a:p>
          <a:p>
            <a:r>
              <a:t>선택의 의미: C는 결론이 아니라 측정 결과에 따라 모양이 정해지는 보완 설계이며, 이득이 작으면 채택하지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순수형 평가 → 선택 → 약점 분석 → C 설계 변수 도출 → C 평가의 순서로 진행한다.</a:t>
            </a:r>
          </a:p>
          <a:p>
            <a:r>
              <a:t>근거: 각 단계의 산출물(거부 빈도, 우회 비용 등)이 다음 단계의 설계 입력이 된다.</a:t>
            </a:r>
          </a:p>
          <a:p>
            <a:r>
              <a:t>미결: 시뮬레이터 확장 범위, λ_HBM, 병합 kernel 가정, T_rt가 가장 큰 불확실성이다.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이 발표의 수치는 모두 가정이 붙은 추정이거나 기존 시뮬레이션 값이며 실측이 아니다.</a:t>
            </a:r>
          </a:p>
          <a:p>
            <a:r>
              <a:t>근거: 계산식과 가정을 표에 명시했다.</a:t>
            </a:r>
          </a:p>
          <a:p>
            <a:r>
              <a:t>사용: 질의 시 수치의 근거 수준을 구분해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49039"/>
            <a:ext cx="12191695" cy="3108960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30752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C000"/>
                </a:solidFill>
                <a:latin typeface="맑은 고딕"/>
                <a:ea typeface="맑은 고딕"/>
                <a:cs typeface="맑은 고딕"/>
              </a:rPr>
              <a:t>DP2 후보 구조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89920" cy="1463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Attention 실행 위치 결정:</a:t>
            </a:r>
          </a:p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 / B′ 비교와 하이브리드 C 보완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20116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결정 질문: Turn 시작 시, 한 노드 안에서 KV 구간별 attention을 어디서 실행할 것인가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전략: 순수형 A / B′ 평가 → 하나 선택 → 약점을 보완하는 하이브리드 C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상태: 초안(제안). 평가 전 가설이며 임계값·별점 없음. 시뮬레이션 기반(GC-1)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2026-10-10  |  doc-mk/DP2/dp2-decision-structure-candidates-A-B-C.md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후보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DP-02. Turn 시작 시 KV 구간별 attention 실행 위치  [결정 질문]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46536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5872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54480"/>
            <a:ext cx="3931920" cy="329184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 위치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83664"/>
            <a:ext cx="3931920" cy="447141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011680"/>
            <a:ext cx="34747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 메모리 배치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데이터를 어느 Tier에 둘지
(남는 배치: promote / evict / prefetch)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54680"/>
            <a:ext cx="3474720" cy="914400"/>
          </a:xfrm>
          <a:prstGeom prst="rect">
            <a:avLst/>
          </a:prstGeom>
          <a:solidFill>
            <a:srgbClr val="FFF2CC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DP2  실행 위치 (이 발표)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그 배치를 입력으로 attention을
어디서 실행할지 (노드 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34747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DP4  멀티 노드 확장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노드 간으로 확장해 P 노드 / D 노드를 분별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2926080"/>
            <a:ext cx="0" cy="22860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4069080"/>
            <a:ext cx="0" cy="22860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349240"/>
            <a:ext cx="3474720" cy="9144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DP1은 DP1대로, DP2는 DP2대로 평가한다.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경계: DP1 = 이동 후 남는 데이터, DP2 = 실행을 위한 일시적 staging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480560" y="1554480"/>
          <a:ext cx="7406640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6035040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단위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Turn 시작 시점 × (요청, KV 구간). Turn은 대화 턴(요청 단위)이며 디코드 step이 아님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값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GPU_STAGE: KV를 HBM staging 영역으로 옮겨 GPU attention</a:t>
                      </a:r>
                    </a:p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IN_SITU(tier): KV가 있는 Tier에서 q를 받아 fused attention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노드 내, attention 한정. 연산은 항상 GPU에서 시작 (QKV 투영, FFN은 GPU)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P/D 구분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하지 않음. 연산 강도(Tq)와 데이터 재사용 횟수의 연속 구간으로 본다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가정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여러 Tier에 걸친 KV는 부분 결과 (m, l, o)를 log-sum-exp로 병합. 부분 결과 kernel은 주어진 것(GC-5, 확인 필요)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memo-dp2-redesign-ideation.md §4, 사용자 결정 / 병합 kernel 가정은 확인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후보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DP2가 판별해야 하는 QA와 제약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554480"/>
          <a:ext cx="11567160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1737360"/>
                <a:gridCol w="4023360"/>
                <a:gridCol w="50749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DP에서 보는 이유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QA1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Throughput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Max SLO Goodput (지연은 SLO 조건으로 포함)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끌어오기(GPU_STAGE)는 고동시성에서 HBM·링크를 소모해 처리량을 깎을 수 있다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QA2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Latency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TTFT · TPOT의 P99 / P50. SLO와 달리 꼬리 분포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오류는 평균이 아니라 꼬리로 나타남 (예: 느린 Tier 배정 → TPOT 꼬리)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QA3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Resource Utilization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점유율, 낮을수록 좋음 (iso-load, SLO 통과 조건, weight 제외)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성능이면 HBM을 덜 쓰는 편이 좋다. DP1의 QA3와 정의 통일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20040" y="4023360"/>
            <a:ext cx="5669280" cy="329184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52544"/>
            <a:ext cx="566928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C-A1  연산은 항상 GPU에서 시작 (attention만 이동 가능)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C-A2  iteration 단위 결정, layer 스트리밍은 배제 (현실성 없음)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C-A3  연산 가능 메모리의 지원 연산은 attention 계열뿐 (GC-5)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C-A4  위치와 무관하게 모델 출력 동일 (bit-exact)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C-A5  시뮬레이션 [B+C], 실측 아님 (GC-1)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669280" cy="329184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제외한 QA와 이유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352544"/>
            <a:ext cx="566928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QA4 변경 용이성: 신규 Tier는 Tier descriptor 추가로 처리 → 후보 간 변별력 낮음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QA5 확장성: 노드 수 확장은 DP4 소관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 결정 비용(0.1 / 1 / 10 ms)은 QA1 sweep의 민감도로 유지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수치 임계값·별점은 통합 단계(memo-threshold-unification)에서 정함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memo-dp2-redesign-ideation.md §6, DP2-requirements.md §3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Architecture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후보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DP-02. 후보를 가르는 축 선정  [1/4]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46536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5872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1554480"/>
          <a:ext cx="1156716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7223760"/>
                <a:gridCol w="160020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축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시점
(C1 inline / C2 사전 계획)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노드 내 + Turn 단위에서는 후보가 Tier 수 이하라 결정 비용이 무시할 만함 → C2의 존재 이유(결정 지연 은닉)가 사라져 C1이 앞설 가능성 [가설]. 기존 평가에서도 QA1 동점(954/956 tok/s)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축으로 약함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방식
(이동 후 GPU / 제자리 / 분할-병합)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결정의 출력 값. 결정 구조와 직교하므로 모든 후보가 같은 값을 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요소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iteration 경계 스케줄링
layer 스트리밍, 배치 분할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연산은 GPU에서 시작해야 하므로 현실성 없음 (사용자 결정)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기각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주체와 정보 범위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전역 정보로 Cost를 예측해 중앙에서 정할 것인가, 로컬 측정 신호로 Tier가 분산해 정할 것인가. 후보 간 QA가 실제로 갈릴 수 있음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20040" y="5440680"/>
            <a:ext cx="11567160" cy="914400"/>
          </a:xfrm>
          <a:prstGeom prst="rect">
            <a:avLst/>
          </a:prstGeom>
          <a:solidFill>
            <a:srgbClr val="DD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A  전역 Cost 기반 중앙 오케스트레이터</a:t>
            </a:r>
            <a:r>
              <a:rPr sz="15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 vs   </a:t>
            </a:r>
            <a:r>
              <a:rPr sz="1500" b="1" i="0">
                <a:solidFill>
                  <a:srgbClr val="33513D"/>
                </a:solidFill>
                <a:latin typeface="맑은 고딕"/>
                <a:ea typeface="맑은 고딕"/>
                <a:cs typeface="맑은 고딕"/>
              </a:rPr>
              <a:t>B′  로컬 신호·규칙 기반 분산 admission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두 후보는 같은 ExecTarget 값(GPU_STAGE / IN_SITU)과 같은 병합 가정을 쓴다. 바뀌는 변수는 '누가, 어떤 정보로 정하는가' 하나다.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dp2-decision-structure-candidates-A-B-C.md §3 / 기존 평가값은 DP2-requirements.md QS-1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Architecture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후보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DP-02. [A안] 전역 Cost 기반 중앙 오케스트레이터  [2/4]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46536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5872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00200"/>
            <a:ext cx="1828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vLLM Scheduler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Turn 시작: 요청, KV 구간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554480"/>
            <a:ext cx="4846320" cy="2286000"/>
          </a:xfrm>
          <a:prstGeom prst="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572768"/>
            <a:ext cx="47548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70C0"/>
                </a:solidFill>
                <a:latin typeface="맑은 고딕"/>
                <a:ea typeface="맑은 고딕"/>
                <a:cs typeface="맑은 고딕"/>
              </a:rPr>
              <a:t>DP2 Planner (중앙)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19202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Global State Table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점유, 링크 잔여 BW, HBM 예산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9202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 Evaluator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argmin Cost(target)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971800"/>
            <a:ext cx="448056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  [(req, seg) → GPU_STAGE | IN_SITU(tier)]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48840" y="1965960"/>
            <a:ext cx="594360" cy="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2350008"/>
            <a:ext cx="274320" cy="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66360" y="2788920"/>
            <a:ext cx="0" cy="18288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743200" y="4434840"/>
            <a:ext cx="219456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Worker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QKV 투영, GPU_STAGE 구간 staging 후 attention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4434840"/>
            <a:ext cx="219456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Worker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CXL-PNM / ScHBM: q 수신 → fused attention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0" y="3840480"/>
            <a:ext cx="0" cy="59436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92240" y="3840480"/>
            <a:ext cx="0" cy="59436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31920" y="3977639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plan 하달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5715000"/>
            <a:ext cx="484632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LSE 병합: (m, l, o) → 최종 context vector → FFN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40480" y="5349240"/>
            <a:ext cx="0" cy="36576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92240" y="5349240"/>
            <a:ext cx="0" cy="36576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0040" y="2514600"/>
            <a:ext cx="2286000" cy="18288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호출 경계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Turn 시작 시 1회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동기, 중앙 단일 패스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Turn 중 재결정 없음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1554480"/>
            <a:ext cx="4069080" cy="329184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책임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1883664"/>
            <a:ext cx="406908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 = T_attn + T_rt + T_link + λ_HBM·ΔHBM점유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λ_HBM: 부하에 따른 HBM 기회비용 가격 (저부하 ≈ 0)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예산·staging 허용도 Planner가 소유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3063240"/>
            <a:ext cx="4069080" cy="32918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3392424"/>
            <a:ext cx="406908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전역 자원(링크, HBM)을 함께 최적화해 충돌 감소 [가설]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기회비용을 목적함수에 명시 → QA1·QA3 유리 [가설]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4617720"/>
            <a:ext cx="4069080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비용 · 약점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4946904"/>
            <a:ext cx="4069080" cy="1453895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 Model 예측 오차에 의존 (DP2-C-1: 정확도는 범위 밖)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jitter·큐 적체를 Turn 중 반영 못 함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λ_HBM 보정 필요, T_rt(layer당 q/o 왕복)는 미검증 [추정]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5 /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dp2-decision-structure-candidates-A-B-C.md §4 / 외부 AI 초안(A) 재구성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Architecture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후보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DP-02. [B′안] 로컬 신호·규칙 기반 분산 admission  [3/4]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46536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5872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00200"/>
            <a:ext cx="18288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Thin Scheduler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 Task 발행 (req, KV_descriptor, Deadline)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554480"/>
            <a:ext cx="4846320" cy="1965960"/>
          </a:xfrm>
          <a:prstGeom prst="rect">
            <a:avLst/>
          </a:prstGeom>
          <a:solidFill>
            <a:srgbClr val="E2EFDA"/>
          </a:solidFill>
          <a:ln w="19050">
            <a:solidFill>
              <a:srgbClr val="335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572768"/>
            <a:ext cx="47548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33513D"/>
                </a:solidFill>
                <a:latin typeface="맑은 고딕"/>
                <a:ea typeface="맑은 고딕"/>
                <a:cs typeface="맑은 고딕"/>
              </a:rPr>
              <a:t>Tier Admission Agent (CXL-PNM / ScHBM 앞단)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1938528"/>
            <a:ext cx="4480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측정 신호 vs 임계치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큐 깊이, in-situ 점유 시간, 링크 사용률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788920"/>
            <a:ext cx="2103120" cy="594360"/>
          </a:xfrm>
          <a:prstGeom prst="rect">
            <a:avLst/>
          </a:prstGeom>
          <a:solidFill>
            <a:srgbClr val="FFF2CC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접수 → IN_SITU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788920"/>
            <a:ext cx="2103120" cy="594360"/>
          </a:xfrm>
          <a:prstGeom prst="rect">
            <a:avLst/>
          </a:prstGeom>
          <a:solidFill>
            <a:srgbClr val="FBE5D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거절 → GPU_STAGE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48840" y="2011680"/>
            <a:ext cx="594360" cy="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977639" y="2670048"/>
            <a:ext cx="0" cy="118872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55080" y="2670048"/>
            <a:ext cx="0" cy="118872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743200" y="4160520"/>
            <a:ext cx="219456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Worker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 수신 → fused attention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3931920"/>
            <a:ext cx="2194560" cy="13716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HBM Budget Admission</a:t>
            </a:r>
          </a:p>
          <a:p>
            <a:pPr algn="ctr">
              <a:spcAft>
                <a:spcPts val="200"/>
              </a:spcAft>
            </a:pPr>
            <a:r>
              <a:rPr sz="1019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예산 내 staging 허용, 예산 없으면 대기 또는 IN_SITU 강제 → GPU attention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0" y="3383280"/>
            <a:ext cx="0" cy="77724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00800" y="3383280"/>
            <a:ext cx="0" cy="548640"/>
          </a:xfrm>
          <a:prstGeom prst="line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43200" y="5715000"/>
            <a:ext cx="484632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LSE 병합: (m, l, o) → 최종 context vector → FFN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40480" y="5074920"/>
            <a:ext cx="0" cy="64008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92240" y="5303520"/>
            <a:ext cx="0" cy="41148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0040" y="2697480"/>
            <a:ext cx="2286000" cy="2743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호출 경계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Turn 시작 시 1회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Tier 로컬 접수/거절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디코드 중 우회 없음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우회 비대칭: 거절 시 KV 전체 이동(128K ≈ 43GB, ≈ 0.67 s) [추정] → 임계치 hysteresis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1554480"/>
            <a:ext cx="4069080" cy="329184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책임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1883664"/>
            <a:ext cx="406908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중앙은 Cost 계산 없이 Task만 발행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원안의 Task Bus 제거: KV가 있는 Tier만 claim 가능 → 경쟁 없음, hop만 증가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3063240"/>
            <a:ext cx="4069080" cy="32918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3392424"/>
            <a:ext cx="406908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측정값 기반이라 Cost 오차·jitter에 강건할 수 있음 [가설]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중앙 결정 비용 거의 없음, Tier별 책임 분리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4617720"/>
            <a:ext cx="4069080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비용 · 약점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4946904"/>
            <a:ext cx="4069080" cy="1453895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로컬 신호만 보므로 전역 최적 아님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동시 거절 시 링크 스파이크·HBM 압박 가능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Tier별 임계치 보정 필요, HBM Budget Admission은 사실상 중앙 요소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 / 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dp2-decision-structure-candidates-A-B-C.md §5 / 외부 AI 초안(B)에서 Task Bus 제거, 결정 시점 Turn 시작 1회로 재정의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Architecture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후보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DP-02. A / B′ 비교  [4/4]  — 평가 전 가설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46536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5872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1554480"/>
          <a:ext cx="11567160" cy="37124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474720"/>
                <a:gridCol w="3840480"/>
                <a:gridCol w="2148840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 축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[A안] 전역 Cost 기반 중앙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[B′안] 로컬 신호 기반 분산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주체 / 정보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 Planner / 전역 상태 + 예측 Cost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Tier 로컬 / 측정 신호 + 규칙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정의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QA1  고동시성 Goodput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우세 예상 (전역 링크·HBM 조정)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거절 폭주 시 열세 가능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전역 조정 유무 [가설]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QA2  꼬리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Cost 오차·jitter가 크면 열세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기반이라 강건할 수 있음. 단 Turn 시작 1회라 디코드 중 우회 이점은 없음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대 측정 [가설]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QA3  HBM 점유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우세 예상 (λ_HBM, 예산 소유)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예산 admission 없으면 구조적 공백, 있으면 근접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소유자 유무 [가설]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비용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µs~ms 수준일 것 (후보 ≤ Tier 수) [추정]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거의 없음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노드 내 후보 수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의존하는 파라미터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Cost Model 정확도, λ_HBM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Tier별 임계치, hysteresis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설계의 보정 대상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20040" y="5440680"/>
            <a:ext cx="5669280" cy="914400"/>
          </a:xfrm>
          <a:prstGeom prst="rect">
            <a:avLst/>
          </a:prstGeom>
          <a:solidFill>
            <a:srgbClr val="FBE5D6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원안 비교표에서 뺀 주장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'신규 Tier 확장성(QA4) B 우위': QA4 제외, Cost Evaluator도 descriptor 추가로 확장 → 근거 약함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'스케줄러 오버헤드 A 높음': 노드 내 후보 수가 작아 과장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440680"/>
            <a:ext cx="566928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읽는 법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별점·점수를 쓰지 않는다 (정량 구간 미정의). 우열은 '예상 방향'이며 시뮬레이션 [B+C]로 확인한다.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채택 표시(빨간 테두리)는 평가 후 선택 단계에서 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dp2-decision-structure-candidates-A-B-C.md §6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선택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하나를 선택하는 방법: 사전 등록한 규칙과 시나리오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4206240" cy="329184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 규칙 (사전 등록)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83664"/>
            <a:ext cx="4206240" cy="447141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1. 우선순위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QA1 (고동시성 Max SLO Goodput) &gt; QA3 (iso-load HBM 점유) &gt; QA2 (꼬리). 임계값·동률 판정은 통합 단계에서 정함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2. 판정 방식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평균이 아니라 시나리오별 승패로 본다. 어떤 시나리오에서도 크게 지지 않는 구조를 우세로 판정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3. 단일 변수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 시뮬레이터, 같은 DP1 배치, 같은 ExecTarget 출력, 같은 병합 가정. 바꾸는 것은 결정 주체·정보 범위뿐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4. 근거 수준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모두 시뮬레이션 [B+C]. 실측 [A] 아님 (GC-1)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754880" y="1554480"/>
          <a:ext cx="7132320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402336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보려는 것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동시성 sweep (저 → 포화)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QA1 교차점(끌어오기가 불리해지는 부하), QA3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Cost Model 오차 주입 (ε = 0 / 0.2 / 0.4 / 0.6)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A의 예측 의존성 대 B′의 측정 강건성 (기존 평가 변수 재사용)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Tier 연산 jitter, 일시적 큐 적체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QA2 꼬리, 판단 오류의 영향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폭주 부하 (동시 거절)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B′의 폴백 폭주, 링크·HBM 압박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 컨텍스트 세션 재개 (64K~256K)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우회 비대칭 비용, staging 경로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비용 민감도 (0.1 / 1 / 10 ms)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오버헤드의 QA1 영향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754880" y="5257800"/>
            <a:ext cx="7132320" cy="1097280"/>
          </a:xfrm>
          <a:prstGeom prst="rect">
            <a:avLst/>
          </a:prstGeom>
          <a:solidFill>
            <a:srgbClr val="FBE5D6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시뮬레이터 확장 필요 [추정]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현재는 Turn 단위 (n_p, n_d) 모델, staging과 연산은 순차. KV 구간 단위 배치, Tier 큐 모델, 로컬 임계치 정책 필요. HBM 풀 용량 제약(A08, A24)은 이미 모델링됨. 고동시성 병목이 HBM 풀인지 max_num_seqs=256 / token budget인지 확인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dp2-decision-structure-candidates-A-B-C.md §7 / Evaluation/DP2/m0-spec.md (A06, A08, A24)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Architecture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후보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DP-02. 보완 설계: 하이브리드 C  (선택된 구조 + 상대 강점 이식)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46536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5872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042415"/>
            <a:ext cx="685800" cy="29260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1554480"/>
          <a:ext cx="722376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402336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 양상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보완하는 쪽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Cost 오차, Tier jitter, 큐 적체를 Turn 시작 시 못 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B′의 측정 기반 거부권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B′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전역 HBM·링크를 못 봄, 폴백 폭주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A의 전역 예산·Cost 계획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320040" y="3108960"/>
            <a:ext cx="1691640" cy="1051560"/>
          </a:xfrm>
          <a:prstGeom prst="rect">
            <a:avLst/>
          </a:prstGeom>
          <a:solidFill>
            <a:srgbClr val="DD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Planner (A)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Cost로 계획 P 생성, 구간별 예측값 첨부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108960"/>
            <a:ext cx="1691640" cy="1051560"/>
          </a:xfrm>
          <a:prstGeom prst="rect">
            <a:avLst/>
          </a:prstGeom>
          <a:solidFill>
            <a:srgbClr val="E2EFDA"/>
          </a:solidFill>
          <a:ln w="12700">
            <a:solidFill>
              <a:srgbClr val="335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 Veto Agent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측정 &gt; 예측×(1+tol)이면 VETO(측정값)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108960"/>
            <a:ext cx="1554480" cy="1051560"/>
          </a:xfrm>
          <a:prstGeom prst="rect">
            <a:avLst/>
          </a:prstGeom>
          <a:solidFill>
            <a:srgbClr val="DD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재계획 (≤ 1 round)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VETO 구간만 측정값 반영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108960"/>
            <a:ext cx="1325880" cy="1051560"/>
          </a:xfrm>
          <a:prstGeom prst="rect">
            <a:avLst/>
          </a:prstGeom>
          <a:solidFill>
            <a:srgbClr val="FFF2CC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Budget Admission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예산 내 staging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11680" y="3630168"/>
            <a:ext cx="320040" cy="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23360" y="3630168"/>
            <a:ext cx="320040" cy="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97880" y="3630168"/>
            <a:ext cx="320040" cy="0"/>
          </a:xfrm>
          <a:prstGeom prst="line">
            <a:avLst/>
          </a:prstGeom>
          <a:ln w="22225">
            <a:solidFill>
              <a:srgbClr val="333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0040" y="4206240"/>
            <a:ext cx="20116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Turn 시작 직후, commit 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206240"/>
            <a:ext cx="201168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VETO 없으면 P 그대로 commit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572000"/>
            <a:ext cx="7223760" cy="17830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권한 분리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계획 생성: Planner / 거부권: Tier (거부만 가능, 다른 대상 지정 불가) / 예산: Planner·Admission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루프 방지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재계획 1회, Turn 중 전환 없음 (다음 Turn에 반영), 거절 임계치 hysteresis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기존 자산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 C2의 Late Validation과 같은 계열: Tier 로컬 측정 기반 late validation. hard/soft 조건, 백업 → 재계획 → 기본 경로 재사용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554480"/>
            <a:ext cx="4114800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 비용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1883664"/>
            <a:ext cx="4114800" cy="1819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Tier마다 Veto Agent 1개, 피드백 경로 1개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Turn 시작 시 로컬 왕복 1회 (결정 지연 증가)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결정 주체 2개 → plan 일관성(평가한 후보 = 실제 실행) 검증 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794760"/>
            <a:ext cx="4114800" cy="329184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 채택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123944"/>
            <a:ext cx="411480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선택된 순수 구조 대비 적어도 하나의 상위 QA에서 개선되고 다른 QA를 악화시키지 않을 때만 채택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개선이 크지 않으면 순수 구조 유지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하이브리드가 항상 우월하다는 보장은 없음 (결합 비용이 이득을 넘는 영역 가능)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dp2-decision-structure-candidates-A-B-C.md §8 / 기준이 A일 때의 스케치 [Claude 제안, 평가 전]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Architecture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예상 질문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Q. 왜 처음부터 하이브리드 C를 제안하지 않았나?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1737360" cy="841248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 효과의 귀속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554480"/>
            <a:ext cx="5074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C는 A의 전역 Cost와 B′의 로컬 거부권의 결합이다. 처음부터 C만 설계하면 어느 요소가 효과를 냈는지 분리할 수 없다. 순수형으로 각 요소의 한계 기여를 먼저 측정한다.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05456"/>
            <a:ext cx="1737360" cy="841248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  설계 변수의 출처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2505456"/>
            <a:ext cx="5074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veto 임계(tol), hysteresis 폭, 재계획 횟수, 폴백 비용은 평가 전에는 근거 없는 숫자다. A / B′ 평가가 거부 빈도, 우회 비용, 상태 신선도를 제공한다.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56432"/>
            <a:ext cx="1737360" cy="841248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 복잡도와 책임 이중화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456432"/>
            <a:ext cx="5074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결정 주체가 둘이면 plan 일관성과 루프·진동 위험이 생긴다. 순수형의 한계가 실증된 뒤에만 이 비용이 정당화된다.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07408"/>
            <a:ext cx="1737360" cy="841248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 기준선 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4407408"/>
            <a:ext cx="5074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A는 기존 C1과 연결되는 기준선이고 B′는 새 변수(정보의 국소성)다. 순수형이 있어야 C의 개선이 무엇 대비인지 말할 수 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358384"/>
            <a:ext cx="1737360" cy="841248"/>
          </a:xfrm>
          <a:prstGeom prst="rect">
            <a:avLst/>
          </a:prstGeom>
          <a:solidFill>
            <a:srgbClr val="335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  C가 항상 이기는 것은 아님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5358384"/>
            <a:ext cx="5074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Aft>
                <a:spcPts val="200"/>
              </a:spcAft>
            </a:pPr>
            <a:r>
              <a:rPr sz="112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하이브리드가 순수형보다 나쁜 영역이 있을 수 있다. 그래서 C는 선택 후 보완 설계이며 채택 조건을 둔다.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315200" y="1554480"/>
          <a:ext cx="457200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2834640"/>
              </a:tblGrid>
              <a:tr h="109728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반론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3F50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"처음부터 C를 알았으면 비교는 형식적이다"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솔직히 상보성 때문에 C 방향은 예견되었다. 비교의 목적은 C의 설계 변수와 요소별 기여를 얻는 측정이다. 결과에 따라 C의 모양이 바뀌거나 불필요하다는 결론도 가능하다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"B′는 A를 돋보이게 하는 허수아비다"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B′의 고유 가설(측정 기반 강건성)을 ε 주입, jitter 시나리오에서 검증한다. 원안의 근거 약한 장점(QA4, 오버헤드)은 제외했다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"C가 복잡하기만 하고 이득이 작으면?"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 조건에 따라 순수 구조를 유지한다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dp2-decision-structure-candidates-A-B-C.md §9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 / 다음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전략과 미결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전략: 순수형 평가 → 선택 → 보완 설계 C</a:t>
            </a:r>
          </a:p>
        </p:txBody>
      </p:sp>
      <p:sp>
        <p:nvSpPr>
          <p:cNvPr id="12" name="Pentagon 11"/>
          <p:cNvSpPr/>
          <p:nvPr/>
        </p:nvSpPr>
        <p:spPr>
          <a:xfrm>
            <a:off x="320040" y="1600200"/>
            <a:ext cx="2212848" cy="1234440"/>
          </a:xfrm>
          <a:prstGeom prst="homePlate">
            <a:avLst/>
          </a:prstGeom>
          <a:solidFill>
            <a:srgbClr val="DDEBF7"/>
          </a:solidFill>
          <a:ln w="1270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① A / B′ 평가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 조건, 단일 변수
시뮬레이션 [B+C]</a:t>
            </a:r>
          </a:p>
        </p:txBody>
      </p:sp>
      <p:sp>
        <p:nvSpPr>
          <p:cNvPr id="13" name="Pentagon 12"/>
          <p:cNvSpPr/>
          <p:nvPr/>
        </p:nvSpPr>
        <p:spPr>
          <a:xfrm>
            <a:off x="2651760" y="1600200"/>
            <a:ext cx="2212848" cy="1234440"/>
          </a:xfrm>
          <a:prstGeom prst="homePlate">
            <a:avLst/>
          </a:prstGeom>
          <a:solidFill>
            <a:srgbClr val="FFC000"/>
          </a:solidFill>
          <a:ln w="1270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② 선택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사전 등록 규칙
QA1 &gt; QA3 &gt; QA2</a:t>
            </a:r>
          </a:p>
        </p:txBody>
      </p:sp>
      <p:sp>
        <p:nvSpPr>
          <p:cNvPr id="14" name="Pentagon 13"/>
          <p:cNvSpPr/>
          <p:nvPr/>
        </p:nvSpPr>
        <p:spPr>
          <a:xfrm>
            <a:off x="4983479" y="1600200"/>
            <a:ext cx="2212848" cy="1234440"/>
          </a:xfrm>
          <a:prstGeom prst="homePlate">
            <a:avLst/>
          </a:prstGeom>
          <a:solidFill>
            <a:srgbClr val="DDEBF7"/>
          </a:solidFill>
          <a:ln w="1270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③ 약점 분석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ε, jitter, 폭주 부하
결과로 실패 양상 확인</a:t>
            </a:r>
          </a:p>
        </p:txBody>
      </p:sp>
      <p:sp>
        <p:nvSpPr>
          <p:cNvPr id="15" name="Pentagon 14"/>
          <p:cNvSpPr/>
          <p:nvPr/>
        </p:nvSpPr>
        <p:spPr>
          <a:xfrm>
            <a:off x="7315199" y="1600200"/>
            <a:ext cx="2212848" cy="1234440"/>
          </a:xfrm>
          <a:prstGeom prst="homePlate">
            <a:avLst/>
          </a:prstGeom>
          <a:solidFill>
            <a:srgbClr val="DDEBF7"/>
          </a:solidFill>
          <a:ln w="1270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④ C 설계 변수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tol, hysteresis,
재계획 횟수, 폴백 비용</a:t>
            </a:r>
          </a:p>
        </p:txBody>
      </p:sp>
      <p:sp>
        <p:nvSpPr>
          <p:cNvPr id="16" name="Pentagon 15"/>
          <p:cNvSpPr/>
          <p:nvPr/>
        </p:nvSpPr>
        <p:spPr>
          <a:xfrm>
            <a:off x="9646919" y="1600200"/>
            <a:ext cx="2212848" cy="1234440"/>
          </a:xfrm>
          <a:prstGeom prst="homePlate">
            <a:avLst/>
          </a:prstGeom>
          <a:solidFill>
            <a:srgbClr val="DDEBF7"/>
          </a:solidFill>
          <a:ln w="1270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⑤ C 평가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 구조 대비
채택 조건 확인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040" y="3108960"/>
          <a:ext cx="1156716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864108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미결 질문 / 위험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시나리오와 시뮬레이터 확장 범위 확정 (Tier 큐 모델, 로컬 임계치 정책, KV 구간 단위 배치)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가능성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λ_HBM(HBM 기회비용 가격)을 정적 상수 / 부하 비례 / 점유율 비례 중 무엇으로 할지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A의 핵심 파라미터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결과 병합 kernel 지원 가정(GC-5)을 인정할지. 불인정 시 한 시퀀스의 KV는 한 곳에서만 실행 → 후보 공간 축소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후보 공통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T_rt(layer당 q 송신·o 수신 왕복)가 IN_SITU TPOT를 지배할 가능성. PCIe/CXL 왕복 지연 확인 필요 [추정]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기준 자체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단계의 QA 임계값·별점 구간 확정 후 선택 규칙에 반영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규칙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DP4 확장: 노드 역할(P형/D형)을 DP2 후보 공간의 제한으로 정식화 (별도 논의)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DP4 경계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출처: dp2-decision-structure-candidates-A-B-C.md §7, §10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6949440" cy="6858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4768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1775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8784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765792" y="128016"/>
            <a:ext cx="107899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128016"/>
            <a:ext cx="1078992" cy="292608"/>
          </a:xfrm>
          <a:prstGeom prst="rect">
            <a:avLst/>
          </a:prstGeom>
          <a:solidFill>
            <a:srgbClr val="FFC000"/>
          </a:solidFill>
          <a:ln w="6350">
            <a:solidFill>
              <a:srgbClr val="333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502920"/>
            <a:ext cx="585216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 · 가정·추정·출처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55448" cy="155448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996696"/>
            <a:ext cx="8778240" cy="38404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수치와 가정의 근거 수준 (검증 상태 구분)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554480"/>
          <a:ext cx="11567160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840480"/>
                <a:gridCol w="1737360"/>
                <a:gridCol w="38862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 / 내용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수준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가정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33513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크기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320KB/token, 128K에서 약 43GB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(계산)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Llama-3.1-70B, GQA 8, 80 layer, BF16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이동 시간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0.67 s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(계산)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PCIe 64 GB/s (GC-9), 전 layer 일괄 이동, 겹침 없음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attention 연산 강도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Tq × 8 FLOP/byte (H100 ridge ≈ 300)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(계산)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GQA 8, KV BF16. 연산 강도 8 → Tq &gt; 약 40에서 GPU compute-bound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제자리 연산 break-even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Tq ≲ 약 390 (ScHBM 198 TFLOPS), ≲ 약 6 (CXL-PNM 3.3 TFLOPS)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(계산)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128K History, 링크 경합·병합 비용·겹침 미반영. 방향성 참고용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C1/C2 QA1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954 / 956 tok/s (Baseline 575)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 [B+C]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DP2-requirements.md QS-1, 기존 Turn 단위 모델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T_rt, 결정 비용, λ_HBM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미정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미검증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구현·평가로 확인. 결정 비용은 0.1/1/10 ms 민감도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결과 병합 kernel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주어진 것으로 가정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가정 (GC-5)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필요. 불인정 시 후보 공간 축소</a:t>
                      </a:r>
                    </a:p>
                  </a:txBody>
                  <a:tcPr marL="64008" marR="64008" marT="32004" marB="32004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20040" y="5715000"/>
            <a:ext cx="1156716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33F50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doc-mk/DP2/dp2-decision-structure-candidates-A-B-C.md · Requirements/memo-dp2-redesign-ideation.md · memo-dp2-dp4-boundary.md · DP2-requirements.md · Evaluation/DP2/m0-spec.md. 모든 평가는 시뮬레이션 [B+C]이며 실측 [A]가 아님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10528"/>
            <a:ext cx="146304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