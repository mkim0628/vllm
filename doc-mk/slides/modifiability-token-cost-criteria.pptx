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변경 용이성은 변경 module 수·외부 코드 수정 여부 같은 구조 지표로 판정하고, 에이전트 토큰 비용은 방향을 교차 확인하는 보조 지표로만 쓴다.</a:t>
            </a:r>
          </a:p>
          <a:p>
            <a:r>
              <a:t>근거: (1) 토큰·공수·module은 같은 시나리오 사실에서 계산되므로 독립 증거가 아니다. (2) OSS 탐색 토큰 E 하나를 0으로 두면 $1.02 대 $0.48이 $0.45 대 $0.48 동점으로 바뀐다. (3) 사람 리뷰·이해 비용, (4) 변경의 정확성·유지 가능성, (5) 가격·모델 의존과 단건 측정은 토큰으로 담기지 않는다.</a:t>
            </a:r>
          </a:p>
          <a:p>
            <a:r>
              <a:t>선택의 의미: 토큰 비용을 별점의 단독 근거로 쓰면 가정 하나로 결론이 바뀌므로, 병기와 민감도 보고로 제한한다. 질문이 오면 '이미 검토했고 보조로만 둔 이유'로 답한다.</a:t>
            </a:r>
          </a:p>
          <a:p>
            <a:r>
              <a:t>출처: DP4/qa-model/modifiability_model.py, Evaluation/DP1/qa4-preregistration.md §4, DP4 설계 문서 §7.3~7.4.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1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공통. 변경 용이성(Modifiability) 평가 기준 - 요구사항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용이성은 '변경 범위'로 판정하고, 에이전트 토큰 비용은 보조 지표로만 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Modif.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1371600"/>
            <a:ext cx="5577840" cy="42062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30551" y="1216152"/>
            <a:ext cx="20116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 기준 [제안]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1645920"/>
          <a:ext cx="5029200" cy="24323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228600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(시나리오 S1~S6별 측정)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지표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module 수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외부(OSS) 코드 수정 여부, 재배포 필요 여부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구조가 변경을 얼마나 국소화하는가. 별점의 근거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보조 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공수 (man-day)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리뷰·빌드·upstream 재검증 포함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쪽 비용을 반영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보조 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C55A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토큰 비용 ($)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입력(코드 읽기 × 턴 수) + 출력(작성 × 재작업)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 교차 확인과 민감도용. 별점 결정에는 단독 사용 금지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4315968"/>
            <a:ext cx="53949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보조 지표 보고 규칙 [제안]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53949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후보 간 상대 비교로만 쓰고 절대 $는 근거로 쓰지 않는다 (가격·모델 가정)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E(OSS 탐색 토큰)=0, 시나리오 가중 같게 두는 민감도를 항상 병기한다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구조 지표와 반대 방향이면 원인 분석 전에는 결론을 내지 않는다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5577840" cy="42062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78040" y="1216152"/>
            <a:ext cx="356616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토큰 비용만으로는 무리인 이유 (제약)</a:t>
            </a:r>
          </a:p>
        </p:txBody>
      </p:sp>
      <p:sp>
        <p:nvSpPr>
          <p:cNvPr id="21" name="Oval 20"/>
          <p:cNvSpPr/>
          <p:nvPr/>
        </p:nvSpPr>
        <p:spPr>
          <a:xfrm>
            <a:off x="6291072" y="1609344"/>
            <a:ext cx="274320" cy="274320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554480"/>
            <a:ext cx="507492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독립 증거가 아니다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토큰·공수·module 수가 같은 시나리오 사실(M, L, E)에서 파생된다. 6개 시나리오 모두 방향이 일치하는 것은 구성상 당연한 결과이지 교차 검증이 아니다 [모델]</a:t>
            </a:r>
          </a:p>
        </p:txBody>
      </p:sp>
      <p:sp>
        <p:nvSpPr>
          <p:cNvPr id="23" name="Oval 22"/>
          <p:cNvSpPr/>
          <p:nvPr/>
        </p:nvSpPr>
        <p:spPr>
          <a:xfrm>
            <a:off x="6291072" y="2395728"/>
            <a:ext cx="274320" cy="274320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340864"/>
            <a:ext cx="507492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가정 하나에 우열이 뒤집힌다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균등 가중에서 후보 1 $1.02 대 후보 2 $0.48이 E=0이면 $0.45 대 $0.48로 동점이 된다. 시나리오 가중에 따라서도 $1.28 대 $0.38까지 벌어진다 [가정]</a:t>
            </a:r>
          </a:p>
        </p:txBody>
      </p:sp>
      <p:sp>
        <p:nvSpPr>
          <p:cNvPr id="25" name="Oval 24"/>
          <p:cNvSpPr/>
          <p:nvPr/>
        </p:nvSpPr>
        <p:spPr>
          <a:xfrm>
            <a:off x="6291072" y="3182112"/>
            <a:ext cx="274320" cy="274320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127248"/>
            <a:ext cx="507492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사람 리뷰·이해 비용을 못 담는다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토큰은 에이전트의 작성 비용이다. 변경이 머지되는 병목은 diff 리뷰, 설계 이해, 롤아웃이며 코드 줄 수가 작아도 OSS 내부 동작에 기대면 리뷰 부담이 크다</a:t>
            </a:r>
          </a:p>
        </p:txBody>
      </p:sp>
      <p:sp>
        <p:nvSpPr>
          <p:cNvPr id="27" name="Oval 26"/>
          <p:cNvSpPr/>
          <p:nvPr/>
        </p:nvSpPr>
        <p:spPr>
          <a:xfrm>
            <a:off x="6291072" y="3968496"/>
            <a:ext cx="274320" cy="274320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913632"/>
            <a:ext cx="507492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변경이 올바른지·유지되는지 못 잰다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토큰이 적다고 올바른 변경이 아니다. 업스트림 변경으로 조용히 깨지는 wrapper 의존, 회귀는 재작업 횟수(고정 ×2)로 가정했을 뿐 실제 에이전트 세션은 실행하지 않았다 [추정]</a:t>
            </a:r>
          </a:p>
        </p:txBody>
      </p:sp>
      <p:sp>
        <p:nvSpPr>
          <p:cNvPr id="29" name="Oval 28"/>
          <p:cNvSpPr/>
          <p:nvPr/>
        </p:nvSpPr>
        <p:spPr>
          <a:xfrm>
            <a:off x="6291072" y="4754880"/>
            <a:ext cx="274320" cy="274320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700016"/>
            <a:ext cx="507492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시점·모델에 묶이고 단건만 본다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가격(2026-10 가정)과 모델 tier·성능이 바뀌면 절대값이 바뀐다. 한 번의 변경 비용만 보며 변경이 쌓이는 설계 침식은 반영하지 못한다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83464" y="5733288"/>
            <a:ext cx="411480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115568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토큰 비용은 '변경이 얼마나 비싼가'를 가리키는 보조 근거이며, 변경 용이성의 판정은 구조(변경 범위)와 사람 리뷰가 맡는다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6044183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수준 [C] 모델·가정 기반이며 실측 아님. 수치 출처: DP4/qa-model/modifiability_model.py (S1~S6, 가정 상수), Evaluation/DP1/qa4-preregistration.md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