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2안은 재계산 위치가 서빙 전에 고정되므로 요청별로 새로 쓰는 KV(Delta)의 크기를 미리 안다. 이를 이용해 재사용 KV(Base)는 요청 간 공유하고 Delta만 요청별로 둔다.</a:t>
            </a:r>
          </a:p>
          <a:p>
            <a:r>
              <a:t>근거: HBM = (1-rho)L + N*rho*L 대 N*L은 산술이다. vLLM v1 BlockPool(vllm/v1/core/block_pool.py)에 블록 ref_cnt 기반 공유가 있으나 prefix 기준이라 non-prefix Base 공유는 확장이 필요하다.</a:t>
            </a:r>
          </a:p>
          <a:p>
            <a:r>
              <a:t>의미: 약점을 단순 최적화가 아니라 구조(Flyweight/CoW, Admission, Pub-Sub)로 풀었다. 효과는 동시 요청 수 N과 재사용 집중도에 의존하고 모두 [C] 논증이다.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보완 설계 (2안 QA2)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2안 보완: Plan-aware Base/Delta KV 레이아웃으로 요청 간 HBM 중복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1024128"/>
            <a:ext cx="117043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핵심 : </a:t>
            </a:r>
            <a:r>
              <a:rPr sz="10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재계산 위치가 사전에 고정된다는 2안의 속성으로, 재사용 KV는 요청 간 공유(Base)하고 재계산분만 요청별(Delta)로 두며 HBM 예산을 입장 전에 계산한다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1371600"/>
            <a:ext cx="649224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(C&amp;C View) — 노랑 점선 = 제안 요소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20240"/>
            <a:ext cx="2834640" cy="457200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 Analyzer (사전)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Query → 재계산 위치 선정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3154680" cy="1005840"/>
          </a:xfrm>
          <a:prstGeom prst="rect">
            <a:avLst/>
          </a:prstGeom>
          <a:solidFill>
            <a:srgbClr val="F7FAFD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26664"/>
            <a:ext cx="2743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 Repository (DP1)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83280"/>
            <a:ext cx="1371600" cy="457200"/>
          </a:xfrm>
          <a:prstGeom prst="rect">
            <a:avLst/>
          </a:prstGeom>
          <a:solidFill>
            <a:srgbClr val="F0F1F3"/>
          </a:solidFill>
          <a:ln w="1651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Context KV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원본 (읽기 전용)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3383280"/>
            <a:ext cx="1417320" cy="457200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Store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위치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2377440"/>
            <a:ext cx="0" cy="100584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97480" y="2697480"/>
            <a:ext cx="64008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14800"/>
            <a:ext cx="3154680" cy="274320"/>
          </a:xfrm>
          <a:prstGeom prst="rect">
            <a:avLst/>
          </a:prstGeom>
          <a:solidFill>
            <a:srgbClr val="FFF2CC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Lifecycle Event (DP1 → Plan Store 무효화)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651760" y="3840480"/>
            <a:ext cx="0" cy="274320"/>
          </a:xfrm>
          <a:prstGeom prst="line">
            <a:avLst/>
          </a:prstGeom>
          <a:ln w="19050">
            <a:solidFill>
              <a:srgbClr val="BF9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886200" y="1783080"/>
            <a:ext cx="2834640" cy="2606040"/>
          </a:xfrm>
          <a:prstGeom prst="rect">
            <a:avLst/>
          </a:prstGeom>
          <a:solidFill>
            <a:srgbClr val="FEF4EC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792224"/>
            <a:ext cx="2743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서빙 경로 (요청 1…N마다, 동기)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057400"/>
            <a:ext cx="2560320" cy="502920"/>
          </a:xfrm>
          <a:prstGeom prst="rect">
            <a:avLst/>
          </a:prstGeom>
          <a:solidFill>
            <a:srgbClr val="F0F1F3"/>
          </a:solidFill>
          <a:ln w="1651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 (DP2)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토큰의 새 KV를 Delta에만 기록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788920"/>
            <a:ext cx="2560320" cy="502920"/>
          </a:xfrm>
          <a:prstGeom prst="rect">
            <a:avLst/>
          </a:prstGeom>
          <a:solidFill>
            <a:srgbClr val="FFF2CC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Layout Manager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 공유 (refcount) + Delta 요청별 할당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520440"/>
            <a:ext cx="2560320" cy="502920"/>
          </a:xfrm>
          <a:prstGeom prst="rect">
            <a:avLst/>
          </a:prstGeom>
          <a:solidFill>
            <a:srgbClr val="FFF2CC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Plan-aware Admission Controller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plan으로 요청별 HBM 소요 계산 → 입장 / 보류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5303520" y="3291840"/>
            <a:ext cx="0" cy="2286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303520" y="2560320"/>
            <a:ext cx="0" cy="2286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49240" y="3310128"/>
            <a:ext cx="128016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admit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578608"/>
            <a:ext cx="128016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Delta 할당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83280" y="3703320"/>
            <a:ext cx="640080" cy="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56432" y="3474720"/>
            <a:ext cx="4572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plan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474720" y="3017520"/>
            <a:ext cx="54864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56432" y="2834640"/>
            <a:ext cx="4572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1371600"/>
            <a:ext cx="502920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레이아웃 (동시 요청 N=3, ρ=0.15 가정 예시)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9659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보완 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286000"/>
            <a:ext cx="1049274" cy="36576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7394" y="22860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2011680"/>
            <a:ext cx="12344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R1 (전체 L 복사)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2286000"/>
            <a:ext cx="1049274" cy="36576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1834" y="22860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2011680"/>
            <a:ext cx="12344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R2 (전체 L 복사)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87000" y="2286000"/>
            <a:ext cx="1049274" cy="36576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336274" y="22860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2011680"/>
            <a:ext cx="12344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R3 (전체 L 복사)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67160" y="23317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3.0 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292608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보완 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3200400"/>
            <a:ext cx="1049274" cy="36576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 (공유 ×3)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7394" y="32004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6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2004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6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7726" y="3200400"/>
            <a:ext cx="185166" cy="36576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6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7394" y="2926080"/>
            <a:ext cx="1371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Delta (요청별)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32461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1.3 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703320"/>
            <a:ext cx="4983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HBM = (1−ρ)·L + N·ρ·L  vs  N·L  → N=3, ρ=0.15에서 3.0 L → 1.3 L (−57%, 산술 예시 [C])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N이 커질수록 요청당 ρ·L에 수렴. 재사용이 분산돼 N≈1이면 이득 없음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246888" y="4572000"/>
          <a:ext cx="1175004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743200"/>
                <a:gridCol w="4480560"/>
                <a:gridCol w="2423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요소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패턴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해결하는 약점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상태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Layout Manager (Base/Delta)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Flyweight / Copy-on-Write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요청마다 KV 전체를 복사해 생기는 HBM 중복 (QA2)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[C] 논증, 블록 refcount 기반은 vLLM에 존재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Plan-aware Admission Controller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Bounding + Admission Control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Delta 크기가 사전에 확정되어 HBM 소요를 입장 전에 계산 → OOM·eviction 감소 (QA1, QA2)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[C] 논증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Lifecycle Event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Publish-Subscribe (Observer)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이동·삭제 시 stale plan·고아 메타데이터 정리 (QA5, QA2)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[C] 논증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246888" y="6035040"/>
            <a:ext cx="117043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전제 : ① 같은 Context를 같은 위치(offset)에 쓰는 동시 요청이 많을 때만 Base 공유 가능  ② 1안은 Delta를 점수 계산 뒤에야 알아 사전 예산 산정이 어려움 → 2안 고유 이점  ③ 미구현 · 미측정, 수치는 산술 예시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