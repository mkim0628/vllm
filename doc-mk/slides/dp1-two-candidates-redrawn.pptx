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Plane은 Control(결정)과 Data(실행) 두 개이고, 관측·상태는 공유 서비스인 Resource Manager가 맡는다. 두 안의 골격은 같고 노랑 모듈(후보 특화)만 다르다.</a:t>
            </a:r>
          </a:p>
          <a:p>
            <a:r>
              <a:t>근거: 결정은 event 기반, 관측은 주기적(서빙 경로 밖, FR-05), 이동은 background DMA라 시간 규모가 다르다. Resource Manager는 repo 설계 문서 용어와 같다. 판단 로직(Analyzer)은 Control, 수집·상태(Monitor, Registry)는 Resource Manager로 두 안에 일관되게 배치했다.</a:t>
            </a:r>
          </a:p>
          <a:p>
            <a:r>
              <a:t>선택의 의미: 1안과 2안의 차이는 정책 입력 신호(자원 상태 vs data 행동)다. 별점은 구조 변경으로 재평가가 필요해 비웠다.</a:t>
            </a:r>
          </a:p>
          <a:p>
            <a:r>
              <a:t>출처: doc-mk/DP1/dp1-ai-data-migration-decision-architecture.md §1~§5, Requirements/DP1-requirements.md FR-05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원안의 구조 분해는 유지하되 Resource Plane을 Resource Manager로 바꾸고 모듈 배치를 두 안에 일관되게 맞췄다.</a:t>
            </a:r>
          </a:p>
          <a:p>
            <a:r>
              <a:t>근거: Plane은 흐름 기준 개념이라 관리 대상인 Resource와 분류 축이 달랐고, Monitor·Analyzer 위치가 두 안에서 달랐다.</a:t>
            </a:r>
          </a:p>
          <a:p>
            <a:r>
              <a:t>선택의 의미: 마지막 질문은 사실이다. 1안·2안은 정책 입력 차이이므로, 구조 대안 비교는 결정 기능의 위치 같은 별도 축으로 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Data Migration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언제, 무엇을, 어느 memory tier로 이동할지 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7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46888" y="1042415"/>
          <a:ext cx="11740896" cy="51755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5504688"/>
                <a:gridCol w="5504688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(1안) 메모리 자원 상태에 </a:t>
                      </a: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우선한 이동</a:t>
                      </a:r>
                    </a:p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 Plane의 Policy Engine이 Resource Manager의 자원 상태 신호로 결정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(2안) AI Data 특성에 </a:t>
                      </a: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우선한 이동</a:t>
                      </a:r>
                    </a:p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 Plane의 Policy Engine이 Resource Manager의 data behavior 신호로 결정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Resource state 변화에 즉시 반영 (Q2)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Resource 중심 구조로 decision logic 단순 (Q3)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Data object별 access 특성에 맞게 fine-grained 이동 가능 (Q1)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다양한 workload 혼재 시 behavior 기반 migration 효과 증가 (Q4)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동일 resource state에서 서로 다른 data access pattern 구분 한계 (Q1)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다양한 workload 혼재 시 resource pressure 대응 한계 증가 (Q4)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Behavior 예측에 의한 idle data의 불필요한 고속 메모리 점유 가능 (Q2)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신규 workload 추가 시 변경 영향 범위 큼 (Q3)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Tradeoff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Performance 처리량 (tokens/s)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Resource Efficiency (HBM 사용량 GB)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 Modifiability (토큰 비용, M/M)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 Scalability (Scaling Efficiency)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※ 별점·총점은 구조 변경 후 재평가, 임계값 통합 후 부여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Performance 처리량 (tokens/s)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Resource Efficiency (HBM 사용량 GB)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 Modifiability (토큰 비용, M/M)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 Scalability (Scaling Efficiency)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8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※ 별점·총점은 구조 변경 후 재평가, 임계값 통합 후 부여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1069848" y="1563624"/>
            <a:ext cx="329184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848" y="1563624"/>
            <a:ext cx="3291840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Control Plane  (Policy · 결정)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7008" y="1874519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
Scheduler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7208" y="1874519"/>
            <a:ext cx="1417320" cy="42062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Resource-based
Trend Analyzer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7208" y="2478024"/>
            <a:ext cx="14173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
Policy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7008" y="2478024"/>
            <a:ext cx="1371600" cy="42062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Data-Memory
Affinity Mapper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2688336"/>
            <a:ext cx="22860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596896" y="247802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44568" y="1563624"/>
            <a:ext cx="1828800" cy="2359152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44568" y="1563624"/>
            <a:ext cx="1828800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Resource Manager (공유 상태)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1874519"/>
            <a:ext cx="1645920" cy="42062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State
Monitor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6008" y="2606039"/>
            <a:ext cx="16459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 Collector
(상시 수집, 서빙 경로 밖)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3337560"/>
            <a:ext cx="16459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Registry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" y="3054096"/>
            <a:ext cx="3291840" cy="86868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9848" y="3054096"/>
            <a:ext cx="3291840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Plane  (Mechanism · 실행)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7008" y="3346704"/>
            <a:ext cx="1371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 Handler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3346704"/>
            <a:ext cx="14173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3758183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Data Transfer: Background DMA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" y="4032504"/>
            <a:ext cx="5303520" cy="274320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Common Memory Backend Interface  (공통 하부 계층, Device SW I/F)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78608" y="2084831"/>
            <a:ext cx="22860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596896" y="1865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224528" y="2084831"/>
            <a:ext cx="41148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334256" y="1865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11296" y="2295144"/>
            <a:ext cx="0" cy="18288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566160" y="229514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511296" y="2898648"/>
            <a:ext cx="0" cy="448056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566160" y="288950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578608" y="3547872"/>
            <a:ext cx="22860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596896" y="333756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224528" y="3547872"/>
            <a:ext cx="41148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334256" y="333756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92808" y="3758183"/>
            <a:ext cx="0" cy="274321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74536" y="1563624"/>
            <a:ext cx="329184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74536" y="1563624"/>
            <a:ext cx="3291840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Control Plane  (Policy · 결정)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11696" y="1874519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
Scheduler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11896" y="1874519"/>
            <a:ext cx="1417320" cy="420624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Behavior
Analyzer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1896" y="2478024"/>
            <a:ext cx="14173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
Policy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1696" y="2496312"/>
            <a:ext cx="141732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정적 Affinity Mapper 없음
(행동 관측으로 대체)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49256" y="1563624"/>
            <a:ext cx="1828800" cy="2359152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49256" y="1563624"/>
            <a:ext cx="1828800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Resource Manager (공유 상태)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40696" y="1874519"/>
            <a:ext cx="1645920" cy="40233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Behavior
Monitor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0696" y="2363724"/>
            <a:ext cx="1645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 Collector
(상시 수집)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0696" y="2852928"/>
            <a:ext cx="1645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Registry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0696" y="3346704"/>
            <a:ext cx="1645920" cy="40233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Object Registry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74536" y="3054096"/>
            <a:ext cx="3291840" cy="86868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74536" y="3054096"/>
            <a:ext cx="3291840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Plane  (Mechanism · 실행)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11696" y="3346704"/>
            <a:ext cx="13716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 Handler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11896" y="3346704"/>
            <a:ext cx="14173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5" y="3758183"/>
            <a:ext cx="15544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Data Transfer: Background DMA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74536" y="4032504"/>
            <a:ext cx="5303520" cy="274320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Common Memory Backend Interface  (공통 하부 계층, Device SW I/F)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083296" y="2084831"/>
            <a:ext cx="22860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101583" y="1865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9729216" y="2084831"/>
            <a:ext cx="41148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9838944" y="1865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15984" y="2295144"/>
            <a:ext cx="0" cy="18288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070848" y="229514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015984" y="2898648"/>
            <a:ext cx="0" cy="448056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9070848" y="288950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8083296" y="3547872"/>
            <a:ext cx="228600" cy="0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101583" y="333756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729216" y="3547872"/>
            <a:ext cx="41148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9838944" y="333756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397496" y="3758183"/>
            <a:ext cx="0" cy="274321"/>
          </a:xfrm>
          <a:prstGeom prst="line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84048" y="6236208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평가 cycle 시작(async event)  ② 상태 snapshot 조회  ③ 압력·추세(행동) 판정  ④ 정적 affinity 반영(1안)  ⑤ MigrationIntent 발행  ⑥ 이동 실행  ⑦ commit 결과 갱신.  노랑 = 후보 특화 모듈, 점선 = 비동기·수집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C2 신규 Device SW · F1 메모리 tier 간 복사 · F2 데이터 이동 스케줄링 · Q1 Throughput · Q2 HBM 점유율 · Q3 변경용이성 · Q4 확장성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DP1. Data Migration 결정 구조 - 설계 (변경 사항)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원안 대비 수정 사항과 예상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5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7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46888" y="1097280"/>
          <a:ext cx="11750040" cy="37124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3200400"/>
                <a:gridCol w="3566160"/>
                <a:gridCol w="342900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Plane 구성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 / Resource / Data Plane 3개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 / Data Plane 2개 + Resource Manager (공유 상태·관측)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Plane은 표준 용어가 아니고, 분류 축이 섞임(흐름 vs 관리 대상). repo 설계 문서 용어와 일치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Monitor 위치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Resource Plane / 2안 Control Plane (불일치)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안 모두 Resource Manager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수집·관측은 서빙 경로 밖의 주기 경로 (FR-05)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Analyzer 위치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Resource Plane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안 모두 Control Plane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Analyzer는 관측이 아니라 판단 로직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캡션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'Resource Plane에서 Migration을 결정'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'Control Plane의 Policy Engine이 Resource 상태 신호로 결정'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캡션과 그림(Policy Engine은 Control)의 모순 해소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Backend I/F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Plane 하부에만 연결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Control·Resource Manager·Data Plane 공통 하부 계층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Transfer Handler도 backend에 의존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별점·총점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9점 / 2안 9점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삭제 (재평가 후 부여)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배치가 바뀌었고, 임계값 통합 전 별점 미사용 규칙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47472" y="5074920"/>
            <a:ext cx="11402568" cy="13258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2916" y="4919472"/>
            <a:ext cx="20116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예상 질문과 답변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Q. 'Resource Manager는 왜 plane이 아닌가?'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A. 독립된 제어·데이터 경로가 아니라 두 plane이 함께 조회·갱신하는 공유 상태 서비스이기 때문. MAPE-K의 Monitor + Knowledge에 해당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Q. 'plane을 둘로 나눈 근거는?'  A. 결정(event, ms)과 이동(background DMA)은 시간 규모·장애 영역이 다르고, 결정은 서빙 forward를 막지 않아야 함 (FR-01)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Q. '1안과 2안의 차이는 정책 아닌가?'  A. 그렇다. 두 안은 같은 구조 위의 정책 입력(자원 상태 vs data 행동)이 다름. 구조 대안 비교는 별도 축(결정 기능의 위치)으로 다룸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