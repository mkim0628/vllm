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DP2는 P/D를 구분하지 않고 Turn 시작 시 KV 구간별 attention을 어디서 실행할지(GPU_STAGE / IN_SITU)만 정한다.</a:t>
            </a:r>
          </a:p>
          <a:p>
            <a:r>
              <a:t>근거: 끌어오기는 단일 요청에는 빠르나 동시성이 높으면 HBM·링크를 소모한다. 수치(43GB, 0.67 s)는 Llama-3.1-70B, PCIe 64 GB/s 가정의 추정이다.</a:t>
            </a:r>
          </a:p>
          <a:p>
            <a:r>
              <a:t>연결: DP1(배치)을 입력으로 받고, DP4가 멀티 노드로 확장한다.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Q1·Q2·Q3을 본다. Q3은 HBM 점유율(낮을수록 좋음)로 재정의했다.</a:t>
            </a:r>
          </a:p>
          <a:p>
            <a:r>
              <a:t>근거: 끌어오기는 HBM 용량·대역폭·링크를 소모하므로 지연만 보면 손해가 처리량에서는 이득일 수 있다.</a:t>
            </a:r>
          </a:p>
          <a:p>
            <a:r>
              <a:t>연결: 변경 용이성·확장성은 후보 간 변별력이 없거나 DP4 소관이라 제외했다. 결정 비용은 민감도로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결정 시점 축은 노드 내에서 변별력을 잃으므로 결정 주체·정보 범위를 후보 축으로 삼는다.</a:t>
            </a:r>
          </a:p>
          <a:p>
            <a:r>
              <a:t>근거: 기존 C1/C2는 Q1에서 동점이었고 확장성에서만 갈렸는데 확장성은 DP4로 이동했다.</a:t>
            </a:r>
          </a:p>
          <a:p>
            <a:r>
              <a:t>결정: 같은 출력값을 쓰고 결정 구조만 바꿔 단일 변수 비교가 되도록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A는 중앙에서 예측 Cost로, B′는 Tier 로컬 측정 신호로 Turn 시작 시 실행 위치를 정한다.</a:t>
            </a:r>
          </a:p>
          <a:p>
            <a:r>
              <a:t>근거: A는 전역 조정과 HBM 기회비용에서, B′는 측정 기반 강건성에서 이점이 있다는 가설이다. 모두 평가 전이다.</a:t>
            </a:r>
          </a:p>
          <a:p>
            <a:r>
              <a:t>선택의 의미: 별점을 쓰지 않는 것은 정량 구간이 정의되지 않았기 때문이다. 우열은 예상 방향이다.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A는 중앙 Planner가 전역 상태와 예측 Cost로 Turn 시작 시 모든 구간의 실행 위치를 한 번에 확정한다.</a:t>
            </a:r>
          </a:p>
          <a:p>
            <a:r>
              <a:t>근거: HBM 기회비용 항(λ_HBM)이 목적함수에 들어 있어 고동시성에서 끌어오기를 억제할 수 있다.</a:t>
            </a:r>
          </a:p>
          <a:p>
            <a:r>
              <a:t>비용: 예측에 의존하므로 Cost Model 오차와 Tier jitter에 취약하다. 모두 평가 전 가설이다.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B′는 Tier마다 로컬 측정 신호로 접수·거절을 정하는 분산 admission이다. 원안의 Task Bus는 경쟁이 없어 제거했다.</a:t>
            </a:r>
          </a:p>
          <a:p>
            <a:r>
              <a:t>근거: 측정값을 쓰므로 예측 오차에 강건할 수 있다는 가설이 이 후보의 고유 가치다.</a:t>
            </a:r>
          </a:p>
          <a:p>
            <a:r>
              <a:t>주의: 원안의 '즉시 우회'는 디코드 중 전환이라 제약에 어긋나므로 Turn 시작 1회 결정으로 바꿨다. 거절은 KV 전체 이동이라 비싸다.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평가 전에 선택 규칙과 시나리오를 먼저 정한다.</a:t>
            </a:r>
          </a:p>
          <a:p>
            <a:r>
              <a:t>근거: ε 주입과 jitter 시나리오는 A의 예측 의존성과 B′의 측정 강건성을 직접 가른다.</a:t>
            </a:r>
          </a:p>
          <a:p>
            <a:r>
              <a:t>주의: 임계값은 통합 단계에서 정한다. 시뮬레이터 확장 범위는 sim-extension-scope.md를 읽고 확정해야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C는 선택된 구조의 약점을 상대의 강점으로 보완한다. A 기준이면 Tier 로컬 측정 거부권을 얹는다.</a:t>
            </a:r>
          </a:p>
          <a:p>
            <a:r>
              <a:t>근거: A의 약점(예측 오차, jitter)과 B′의 약점(전역 시야 부재)이 상보적이다.</a:t>
            </a:r>
          </a:p>
          <a:p>
            <a:r>
              <a:t>결정: 채택 조건을 두어 개선이 작으면 순수 구조를 유지한다. 기준이 B′일 때는 중앙 예측을 임계치 보정용으로 이식하는 방향이다.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순수형을 먼저 평가하는 이유는 효과 귀속, 설계 변수 확보, 복잡도 정당화, 기준선 확보다.</a:t>
            </a:r>
          </a:p>
          <a:p>
            <a:r>
              <a:t>근거: 하이브리드의 veto 임계·hysteresis는 순수형 평가에서 나오는 거부 빈도, 우회 비용이 있어야 근거를 가진다.</a:t>
            </a:r>
          </a:p>
          <a:p>
            <a:r>
              <a:t>선택의 의미: C는 결론이 아니라 측정 결과에 따라 모양이 정해지는 보완 설계이며, 이득이 작으면 채택하지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순수형 평가 → 선택 → 약점 분석 → C 설계 변수 도출 → C 평가의 순서로 진행한다.</a:t>
            </a:r>
          </a:p>
          <a:p>
            <a:r>
              <a:t>근거: 각 단계의 산출물(거부 빈도, 우회 비용 등)이 다음 단계의 설계 입력이 된다.</a:t>
            </a:r>
          </a:p>
          <a:p>
            <a:r>
              <a:t>미결: 시뮬레이터 확장 범위, λ_HBM, 병합 kernel 가정, T_rt가 가장 큰 불확실성이다.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이 발표의 수치는 모두 가정이 붙은 추정이거나 기존 시뮬레이션 값이며 실측이 아니다.</a:t>
            </a:r>
          </a:p>
          <a:p>
            <a:r>
              <a:t>근거: 계산식과 가정을 표에 명시했다.</a:t>
            </a:r>
          </a:p>
          <a:p>
            <a:r>
              <a:t>사용: 질의 시 수치의 근거 수준을 구분해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11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배경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667512"/>
            <a:ext cx="116128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이기종 메모리 환경에서는 KV가 여러 Tier(HBM, CXL-PNM, ScHBM, HBF 등)에 분산 배치되고, 일부 Tier는 attention을 직접 실행할 수 있음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KV를 HBM으로 끌어와 GPU에서 계산하면 단일 요청은 빠를 수 있으나, 동시성이 높으면 HBM 용량·대역폭·링크를 소모해 처리량이 떨어질 수 있음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따라서 Turn 시작 시 KV 구간별로 attention을 어디서 실행할지(GPU_STAGE / IN_SITU)를 정하는 결정 구조가 필요함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828800"/>
            <a:ext cx="5532120" cy="36118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4812" y="1673352"/>
            <a:ext cx="23774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DP2의 위치 (노드 내 결정)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4846320" cy="749808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 메모리 배치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데이터를 어느 Tier에 둘지 (남는 배치: promote / evict / prefetch)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2898648"/>
            <a:ext cx="0" cy="27432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" y="3172968"/>
            <a:ext cx="4846320" cy="749808"/>
          </a:xfrm>
          <a:prstGeom prst="rect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DP2  실행 위치 (본 설계)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그 배치를 입력으로 attention을 어디서 실행할지 (노드 내, Turn 시작 시)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3922776"/>
            <a:ext cx="0" cy="27432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" y="4197096"/>
            <a:ext cx="4846320" cy="749808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DP4  멀티 노드 확장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노드 간으로 확장해 P 노드 / D 노드를 분별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DP1은 DP1대로, DP2는 DP2대로 평가. 경계: DP1 = 이동 후 남는 데이터, DP2 = 실행을 위한 일시적 staging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828800"/>
            <a:ext cx="5532120" cy="36118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92340" y="1673352"/>
            <a:ext cx="32918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결정 값: GPU_STAGE vs IN_SITU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194560"/>
            <a:ext cx="5166360" cy="237744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GPU_STAGE : KV를 HBM staging 영역으로 옮겨 GPU에서 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560320"/>
            <a:ext cx="1325880" cy="411480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(KV)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18120" y="2761488"/>
            <a:ext cx="457200" cy="0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75319" y="2560320"/>
            <a:ext cx="1325880" cy="411480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staging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2761488"/>
            <a:ext cx="457200" cy="0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058400" y="2560320"/>
            <a:ext cx="1325880" cy="411480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990088"/>
            <a:ext cx="109728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PCIe 이동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337560"/>
            <a:ext cx="5166360" cy="237744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IN_SITU(tier) : KV가 있는 Tier에서 q를 받아 fused attention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749039"/>
            <a:ext cx="1554480" cy="411480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(QKV 투영)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749039"/>
            <a:ext cx="1554480" cy="411480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fused attention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3749039"/>
            <a:ext cx="1051560" cy="411480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LSE 병합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46720" y="3840480"/>
            <a:ext cx="594360" cy="0"/>
          </a:xfrm>
          <a:prstGeom prst="line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95560" y="3840480"/>
            <a:ext cx="182880" cy="0"/>
          </a:xfrm>
          <a:prstGeom prst="line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92440" y="3593592"/>
            <a:ext cx="5486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593592"/>
            <a:ext cx="4572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(m,l,o)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343400"/>
            <a:ext cx="51663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끌어오기(GPU_STAGE)의 비용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HBM 용량 점유(running batch 감소) / HBM write BW / 공유 링크의 직렬 상한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128K 컨텍스트 KV ≈ 43GB → PCIe 64 GB/s에서 ≈ 0.67 s [추정]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83464" y="5596128"/>
            <a:ext cx="411480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77840"/>
            <a:ext cx="1115568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Turn 시작 시 KV 구간별 attention 실행 위치를 HBM 기회비용까지 고려해 결정하는 구조 설계 필요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907024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1. 처리량(QA1)·꼬리 지연(QA2)·HBM 점유(QA3)를 함께 만족하는 attention 실행 위치 결정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2. 결정 주체·정보 범위에 따른 구조 선택(A / B′)과 약점을 보완하는 하이브리드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요구사항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DP2가 판별해야 하는 QA와 제약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1143000"/>
          <a:ext cx="11750040" cy="20482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737360"/>
                <a:gridCol w="4206240"/>
                <a:gridCol w="507492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 (지표)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DP에서 보는 이유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Throughput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Max SLO Goodput (지연은 SLO 조건으로 포함)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끌어오기(GPU_STAGE)는 고동시성에서 HBM·링크를 소모해 처리량을 깎을 수 있음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Latency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TTFT · TPOT의 P99 / P50. SLO와 달리 꼬리 분포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오류는 평균이 아니라 꼬리로 나타남 (예: 느린 Tier 배정 → TPOT 꼬리)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Resource Utilization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점유율, 낮을수록 좋음 (iso-load, SLO 통과 조건, weight 제외)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성능이면 HBM을 덜 쓰는 편이 좋음. DP1의 Q3와 정의 통일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47472" y="3749039"/>
            <a:ext cx="5577840" cy="26060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04872" y="3593591"/>
            <a:ext cx="14630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제약 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53949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C-A1  연산은 항상 GPU에서 시작 (attention만 이동 가능)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C-A2  iteration 단위 결정, layer 스트리밍은 배제 (현실성 없음)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C-A3  연산 가능 메모리의 지원 연산은 attention 계열뿐 (GC-5)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C-A4  위치와 무관하게 모델 출력 동일 (bit-exact)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C-A5  시뮬레이션 [B+C], 실측 아님 (GC-1)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공통 가정  Tier별 부분 결과 (m, l, o)를 log-sum-exp로 병합. 부분 결과 kernel은 주어진 것 (GC-5, 확인 필요)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49039"/>
            <a:ext cx="5577840" cy="26060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5279" y="3593591"/>
            <a:ext cx="20116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제외한 QA와 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3977639"/>
            <a:ext cx="53949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변경 용이성: 신규 Tier는 Tier descriptor 추가로 처리 → 후보 간 변별력 낮음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확장성: 노드 수 확장은 DP4 소관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단, 결정 비용(0.1 / 1 / 10 ms)은 Q1 sweep의 민감도로 유지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수치 임계값·별점은 통합 단계(memo-threshold-unification)에서 정함. 이 문서는 점수를 쓰지 않음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DP-02. 후보를 가르는 축 선정  [1/3]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1143000"/>
          <a:ext cx="1175004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6995160"/>
                <a:gridCol w="23774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시점 (C1 inline / C2 사전 계획)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노드 내 + Turn 단위에서는 후보가 Tier 수 이하라 결정 비용이 무시할 만함 → C2의 존재 이유(결정 지연 은닉)가 사라져 C1이 앞설 가능성 [가설]. 기존 평가에서도 Q1 동점 (954 / 956 tok/s)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축으로 약함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방식 (이동 후 GPU / 제자리 / 분할-병합)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결정의 출력 값. 결정 구조와 직교하므로 모든 후보가 같은 값을 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요소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iteration 경계 스케줄링, layer 스트리밍, 배치 분할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연산은 GPU에서 시작해야 하므로 현실성 없음 (사용자 결정)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주체와 정보 범위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전역 정보로 Cost를 예측해 중앙에서 정할 것인가, 로컬 측정 신호로 Tier가 분산해 정할 것인가. 후보 간 QA가 실제로 갈릴 수 있음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47472" y="4617720"/>
            <a:ext cx="11402568" cy="16916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54196" y="4462272"/>
            <a:ext cx="438912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두 후보 (같은 ExecTarget 값, 같은 병합 가정)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37760"/>
            <a:ext cx="5303520" cy="1188720"/>
          </a:xfrm>
          <a:prstGeom prst="rect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[A안] 전역 Cost 기반 중앙 오케스트레이터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전역 상태로 Cost를 예측해 Turn 시작 시 모든 구간의 실행 위치를 한 번에 확정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937760"/>
            <a:ext cx="5303520" cy="1188720"/>
          </a:xfrm>
          <a:prstGeom prst="rect">
            <a:avLst/>
          </a:prstGeom>
          <a:solidFill>
            <a:srgbClr val="E2F0D9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[B′안] 로컬 신호·규칙 기반 분산 admission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각 Tier가 자기 KV에 대해 로컬 측정 신호로 접수/거절, 거절은 GPU 폴백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34924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309360"/>
            <a:ext cx="11430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바뀌는 변수는 '누가, 어떤 정보로 정하는가' 하나다.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Turn 시작 시 KV 구간별 attention을 어디서, 누가 정할 것인가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1042415"/>
          <a:ext cx="11750040" cy="5212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77824"/>
                <a:gridCol w="5440680"/>
                <a:gridCol w="5431536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안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(1안) 전역 Cost 기반 중앙 오케스트레이터 </a:t>
                      </a: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HBM 기회비용 항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(2안) 로컬 신호·규칙 기반 분산 admission </a:t>
                      </a: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GPU HBM 예산 admission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전역 자원(링크, HBM)을 함께 최적화 [가설]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HBM 기회비용을 목적함수에 명시 → Q1·Q3 유리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측정값 기반이라 Cost 오차·jitter에 강건 [가설]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중앙 결정 비용 거의 없음, Tier별 책임 분리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Cost Model 예측 오차에 의존, Turn 중 jitter 반영 불가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λ_HBM 보정 필요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전역 HBM·링크를 못 봄, 동시 거절 시 폴백 폭주 가능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Tier별 임계치 보정 필요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Tradeoff
(평가 전 가설)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 고동시성: 우세 예상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 꼬리: Cost 오차·jitter 크면 열세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 HBM: 우세 예상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 고동시성: 폭주 시 열세 가능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 꼬리: 측정 기반이라 강건할 수 있음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 HBM: 예산 admission 필요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1188720" y="1600200"/>
            <a:ext cx="868680" cy="45720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vLLM Scheduler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Turn 시작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1463040"/>
            <a:ext cx="4114800" cy="137160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31720" y="1463040"/>
            <a:ext cx="4114800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Planner (중앙) — 동기, Turn 시작 시 1회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41448" y="1755648"/>
            <a:ext cx="17373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Global State Table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점유 · 링크 BW · HBM 예산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1755648"/>
            <a:ext cx="20116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 Evaluator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T_attn + T_rt + T_link + λ·ΔHBM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2331720"/>
            <a:ext cx="3913632" cy="38404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 [(req, seg) → GPU_STAGE | IN_SITU(tier)]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57400" y="182880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78808" y="1984248"/>
            <a:ext cx="164592" cy="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2212848"/>
            <a:ext cx="0" cy="118872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331720" y="3154680"/>
            <a:ext cx="1920240" cy="50292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Worker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QKV · staging 후 attention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3154680"/>
            <a:ext cx="1920240" cy="502920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Worker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 수신 → fused attention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91839" y="2834640"/>
            <a:ext cx="0" cy="320040"/>
          </a:xfrm>
          <a:prstGeom prst="line">
            <a:avLst/>
          </a:prstGeom>
          <a:ln w="1524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86400" y="2834640"/>
            <a:ext cx="0" cy="320040"/>
          </a:xfrm>
          <a:prstGeom prst="line">
            <a:avLst/>
          </a:prstGeom>
          <a:ln w="1524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331720" y="3840480"/>
            <a:ext cx="4114800" cy="292608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LSE 병합 (m, l, o) → context vector → FFN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91839" y="365760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86400" y="365760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97280" y="2377440"/>
            <a:ext cx="1234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예측(Cost) 기반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Turn 중 재결정 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1600200"/>
            <a:ext cx="868680" cy="45720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Thin Scheduler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Task 발행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1463040"/>
            <a:ext cx="4114800" cy="1371600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09560" y="1463040"/>
            <a:ext cx="4114800" cy="219456"/>
          </a:xfrm>
          <a:prstGeom prst="rect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Tier Admission Agent (CXL-PNM / ScHBM) — Turn 시작 시 1회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9288" y="1755648"/>
            <a:ext cx="3913632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측정 신호(큐 깊이 · in-situ 점유 · 링크) vs 임계치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9288" y="2286000"/>
            <a:ext cx="1828800" cy="411480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접수 → IN_SITU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04120" y="2286000"/>
            <a:ext cx="1828800" cy="411480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거절 → GPU_STAGE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35240" y="182880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933688" y="2139696"/>
            <a:ext cx="0" cy="146304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018520" y="2139696"/>
            <a:ext cx="0" cy="146304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909560" y="3154680"/>
            <a:ext cx="1920240" cy="502920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Worker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 수신 → fused attention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3017520"/>
            <a:ext cx="1920240" cy="777240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HBM Budget Admission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예산 내 staging → GPU attention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69680" y="2697480"/>
            <a:ext cx="0" cy="457200"/>
          </a:xfrm>
          <a:prstGeom prst="line">
            <a:avLst/>
          </a:prstGeom>
          <a:ln w="15240">
            <a:solidFill>
              <a:srgbClr val="5482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018520" y="2697480"/>
            <a:ext cx="0" cy="320040"/>
          </a:xfrm>
          <a:prstGeom prst="line">
            <a:avLst/>
          </a:prstGeom>
          <a:ln w="1524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909560" y="3840480"/>
            <a:ext cx="4114800" cy="292608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LSE 병합 (m, l, o) → context vector → FFN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869680" y="3657600"/>
            <a:ext cx="0" cy="18288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18520" y="3794760"/>
            <a:ext cx="0" cy="45720"/>
          </a:xfrm>
          <a:prstGeom prst="line">
            <a:avLst/>
          </a:prstGeom>
          <a:ln w="1270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675120" y="2377440"/>
            <a:ext cx="1234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측정 기반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거절 시 KV 전체 이동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6355080"/>
            <a:ext cx="1133856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주: 원안(분산 자율 중개자)에서 Shared Task Bus를 제거하고 결정 시점을 Turn 시작 1회로 재정의. 신규 Tier 확장성·오버헤드 우위 주장은 근거가 약해 제외. 점수·별점 없음 (평가 전)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[A안] 전역 Cost 기반 중앙 오케스트레이터  [2/3]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1325880"/>
            <a:ext cx="6949440" cy="493776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24911" y="1170432"/>
            <a:ext cx="219456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구조 및 호출 흐름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783080"/>
            <a:ext cx="1554480" cy="64008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vLLM Scheduler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Turn 시작: 요청, KV 구간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691640"/>
            <a:ext cx="4526280" cy="214884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1691640"/>
            <a:ext cx="4526280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Planner (중앙, 동기 · 단일 패스)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2057400"/>
            <a:ext cx="2011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Global State Table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점유, 링크 잔여 BW,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예산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057400"/>
            <a:ext cx="201168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 Evaluator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argmin Cost(target)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063240"/>
            <a:ext cx="4251960" cy="640080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[(req, seg) → GPU_STAGE | IN_SITU(tier)]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2103120"/>
            <a:ext cx="457200" cy="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09160" y="2441448"/>
            <a:ext cx="228600" cy="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43600" y="2834640"/>
            <a:ext cx="0" cy="22860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0320" y="4297680"/>
            <a:ext cx="2103120" cy="73152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Worker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QKV 투영, GPU_STAGE 구간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staging 후 attention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4297680"/>
            <a:ext cx="2103120" cy="731520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Worker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CXL-PNM / ScHBM: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 수신 → fused attention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566160" y="3840480"/>
            <a:ext cx="0" cy="457200"/>
          </a:xfrm>
          <a:prstGeom prst="line">
            <a:avLst/>
          </a:prstGeom>
          <a:ln w="1905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35040" y="3840480"/>
            <a:ext cx="0" cy="457200"/>
          </a:xfrm>
          <a:prstGeom prst="line">
            <a:avLst/>
          </a:prstGeom>
          <a:ln w="1905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57600" y="3931920"/>
            <a:ext cx="9144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plan 하달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5532120"/>
            <a:ext cx="452628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LSE 병합: (m, l, o) → 최종 context vector → FFN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66160" y="5029200"/>
            <a:ext cx="0" cy="50292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35040" y="5029200"/>
            <a:ext cx="0" cy="50292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26480" y="5166360"/>
            <a:ext cx="8229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(m, l, 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2743200"/>
            <a:ext cx="19202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호출 경계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Turn 시작 시 1회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동기, 중앙 단일 패스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Turn 중 재결정 없음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1325880"/>
            <a:ext cx="4160520" cy="141732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21140" y="1170432"/>
            <a:ext cx="10972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책임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1554480"/>
            <a:ext cx="397763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Cost = T_attn + T_rt + T_link + λ_HBM·ΔHBM점유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λ_HBM: 부하에 따른 HBM 기회비용 가격 (저부하 ≈ 0)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HBM 예산·staging 허용도 Planner가 소유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017520"/>
            <a:ext cx="4160520" cy="13258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21140" y="2862072"/>
            <a:ext cx="10972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강점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3246120"/>
            <a:ext cx="3977639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전역 자원(링크, HBM)을 함께 최적화해 충돌 감소 [가설]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HBM 기회비용을 목적함수에 명시 → Q1·Q3 유리 [가설]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4617720"/>
            <a:ext cx="4160520" cy="164592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83980" y="4462272"/>
            <a:ext cx="137160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비용 · 약점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846320"/>
            <a:ext cx="3977639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• Cost Model 예측 오차에 의존 (DP2-C-1: 정확도는 범위 밖)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Tier jitter·큐 적체를 Turn 중 반영 못 함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λ_HBM 보정, T_rt(layer당 q/o 왕복)는 미검증 [추정]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[B′안] 로컬 신호·규칙 기반 분산 admission  [3/3]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1325880"/>
            <a:ext cx="6949440" cy="493776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24911" y="1170432"/>
            <a:ext cx="219456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구조 및 호출 흐름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783080"/>
            <a:ext cx="1554480" cy="64008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Thin Scheduler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Task 발행</a:t>
            </a:r>
          </a:p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(req, KV_desc, Deadline)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691640"/>
            <a:ext cx="4526280" cy="1920240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1691640"/>
            <a:ext cx="4526280" cy="219456"/>
          </a:xfrm>
          <a:prstGeom prst="rect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Tier Admission Agent (CXL-PNM / ScHBM 앞단)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2057400"/>
            <a:ext cx="425196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측정 신호 vs 임계치 (hysteresis)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큐 깊이, in-situ 점유 시간, 링크 사용률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2880360"/>
            <a:ext cx="2011680" cy="548640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접수 → IN_SITU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880360"/>
            <a:ext cx="2011680" cy="548640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거절 → GPU_STAGE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2103120"/>
            <a:ext cx="457200" cy="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03320" y="2651760"/>
            <a:ext cx="0" cy="22860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43600" y="2651760"/>
            <a:ext cx="0" cy="22860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0320" y="4069080"/>
            <a:ext cx="2103120" cy="731520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Worker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 수신 → fused attention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3931920"/>
            <a:ext cx="2103120" cy="1005840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HBM Budget Admission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예산 내 staging 허용,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없으면 대기 또는 IN_SITU 강제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566160" y="3429000"/>
            <a:ext cx="0" cy="640080"/>
          </a:xfrm>
          <a:prstGeom prst="line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43600" y="3429000"/>
            <a:ext cx="0" cy="502920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560320" y="5532120"/>
            <a:ext cx="452628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LSE 병합: (m, l, o) → 최종 context vector → FFN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566160" y="4800600"/>
            <a:ext cx="0" cy="73152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35040" y="4937760"/>
            <a:ext cx="0" cy="594360"/>
          </a:xfrm>
          <a:prstGeom prst="line">
            <a:avLst/>
          </a:prstGeom>
          <a:ln w="1524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2743200"/>
            <a:ext cx="201168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호출 경계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Turn 시작 시 1회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Tier 로컬 접수/거절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디코드 중 우회 없음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우회 비대칭: 거절 시 KV 전체 이동 (128K ≈ 43GB, ≈ 0.67 s) [추정] → 임계치 hysteresis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1325880"/>
            <a:ext cx="4160520" cy="141732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21140" y="1170432"/>
            <a:ext cx="10972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책임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1554480"/>
            <a:ext cx="397763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중앙은 Cost 계산 없이 Task만 발행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원안의 Task Bus 제거: KV가 있는 Tier만 claim 가능 → 경쟁 없음, hop만 증가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폴백 staging은 GPU 쪽 HBM 예산 admission이 허용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3017520"/>
            <a:ext cx="4160520" cy="13258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21140" y="2862072"/>
            <a:ext cx="10972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강점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246120"/>
            <a:ext cx="3977639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측정값 기반이라 Cost 오차·jitter에 강건할 수 있음 [가설]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중앙 결정 비용 거의 없음, Tier별 책임 분리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4617720"/>
            <a:ext cx="4160520" cy="164592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83980" y="4462272"/>
            <a:ext cx="137160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비용 · 약점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846320"/>
            <a:ext cx="3977639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• 로컬 신호만 보므로 전역 최적 아님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동시 거절 시 링크 스파이크·HBM 압박 가능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Tier별 임계치 보정 필요. HBM Budget Admission은 사실상 중앙 요소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구현/검증 계획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하나를 선택하는 방법: 사전 등록한 규칙과 시나리오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1325880"/>
            <a:ext cx="4480560" cy="493776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90472" y="1170432"/>
            <a:ext cx="219456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 규칙 (사전 등록)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600200"/>
            <a:ext cx="4297680" cy="4663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1. 우선순위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Q1 (고동시성 Max SLO Goodput) &gt; Q3 (iso-load HBM 점유) &gt; Q2 (꼬리). 임계값·동률 판정은 통합 단계에서 정함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2. 판정 방식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평균이 아니라 시나리오별 승패로 판단. 어떤 시나리오에서도 크게 지지 않는 구조를 우세로 판정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3. 단일 변수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 시뮬레이터, 같은 DP1 배치, 같은 ExecTarget 출력, 같은 병합 가정. 바꾸는 것은 결정 주체·정보 범위뿐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4. 근거 수준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모두 시뮬레이션 [B+C]. 실측 [A] 아님 (GC-1)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0" y="1188720"/>
          <a:ext cx="6720840" cy="29443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4612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보려는 것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동시성 sweep (저 → 포화)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 교차점(끌어오기가 불리해지는 부하), Q3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Cost Model 오차 주입 (ε = 0 / 0.2 / 0.4 / 0.6)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A의 예측 의존성 대 B′의 측정 강건성 (기존 평가 변수 재사용)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Tier 연산 jitter, 일시적 큐 적체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 꼬리, 판단 오류의 영향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폭주 부하 (동시 거절)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B′의 폴백 폭주, 링크·HBM 압박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컨텍스트 세션 재개 (64K ~ 256K)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우회 비대칭 비용, staging 경로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비용 민감도 (0.1 / 1 / 10 ms)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오버헤드의 Q1 영향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029200" y="4709160"/>
            <a:ext cx="6720840" cy="15544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18020" y="4553712"/>
            <a:ext cx="274320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시뮬레이터 확장 필요 [추정]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937760"/>
            <a:ext cx="65379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현재: Turn 단위 (n_p, n_d) 모델, staging과 연산은 순차(overlap 없음)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필요: KV 구간 단위 배치, Tier 큐 모델, 로컬 임계치 정책. HBM 풀 용량 제약(A08, A24)은 이미 모델링됨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확인: 고동시성 병목이 HBM 풀인지 max_num_seqs=256 / token budget인지 (sim-extension-scope.md 미확인)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설계 (보완)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보완 설계: 하이브리드 C (선택된 구조 + 상대 강점 이식)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1143000"/>
          <a:ext cx="8321040" cy="1143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4572000"/>
                <a:gridCol w="301752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 양상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보완하는 쪽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Cost 오차, Tier jitter, 큐 적체를 Turn 시작 시 못 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B′의 측정 기반 거부권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B′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전역 HBM·링크를 못 봄, 폴백 폭주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A의 전역 예산·Cost 계획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47472" y="2743200"/>
            <a:ext cx="8321040" cy="21488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30551" y="2587752"/>
            <a:ext cx="47548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C의 구조 (기준이 A일 때) [Claude 제안, 평가 전]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54680"/>
            <a:ext cx="1783080" cy="1097280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Planner (A)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Cost로 계획 P 생성,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구간별 예측값 첨부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154680"/>
            <a:ext cx="1783080" cy="1097280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Veto Agent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측정 &gt; 예측×(1+tol)이면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VETO(측정값)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154680"/>
            <a:ext cx="1691640" cy="1097280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재계획 (≤ 1 round)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VETO 구간만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측정값 반영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154680"/>
            <a:ext cx="1645920" cy="1097280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Budget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Admission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예산 내 staging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31720" y="3703320"/>
            <a:ext cx="36576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80560" y="3703320"/>
            <a:ext cx="36576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37960" y="3703320"/>
            <a:ext cx="32004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427024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Turn 시작 직후, commit 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27024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VETO 없으면 P 그대로 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270248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재계획 실패 / 예산 없음 → IN_SITU 유지 또는 대기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1371600"/>
            <a:ext cx="2834640" cy="35204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1216152"/>
            <a:ext cx="14630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 채택 조건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1600200"/>
            <a:ext cx="26974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선택된 순수 구조 대비 적어도 하나의 상위 QA에서 개선되고 다른 QA를 악화시키지 않을 때만 채택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개선이 크지 않으면 순수 구조 유지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• 하이브리드가 항상 우월하다는 보장은 없음 (결합 비용이 이득을 넘는 영역 가능)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5257800"/>
            <a:ext cx="5577840" cy="10972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47672" y="5102352"/>
            <a:ext cx="23774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권한 분리 · 루프 방지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68112"/>
            <a:ext cx="53949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계획 생성: Planner / 거부권: Tier (거부만 가능) / 예산: Planner·Admission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재계획 1회, Turn 중 전환 없음, 거절 임계치 hysteresis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5257800"/>
            <a:ext cx="5577840" cy="10972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5102352"/>
            <a:ext cx="23774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 자산 · 추가 비용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5468112"/>
            <a:ext cx="53949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기존 C2 Late Validation과 같은 계열 (Tier 로컬 측정 기반): hard/soft 조건, 백업 → 재계획 → 기본 경로 재사용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• Tier별 Veto Agent, 로컬 왕복 1회, 결정 주체 2개 → plan 일관성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설계 근거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Q. 왜 처음부터 하이브리드 C를 제안하지 않았나?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1188720"/>
            <a:ext cx="178308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  효과의 귀속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1188720"/>
            <a:ext cx="49377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C는 A의 전역 Cost와 B′의 로컬 거부권의 결합이다. 처음부터 C만 설계하면 어느 요소가 효과를 냈는지 분리할 수 없다. 순수형으로 각 요소의 한계 기여를 먼저 측정한다.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2194560"/>
            <a:ext cx="178308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  설계 변수의 출처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29968" y="2194560"/>
            <a:ext cx="49377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veto 임계(tol), hysteresis 폭, 재계획 횟수, 폴백 비용은 평가 전에는 근거 없는 숫자다. A / B′ 평가가 거부 빈도, 우회 비용, 상태 신선도를 제공한다.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3200400"/>
            <a:ext cx="178308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  복잡도와 책임 이중화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9968" y="3200400"/>
            <a:ext cx="49377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결정 주체가 둘이면 plan 일관성과 루프·진동 위험이 생긴다. 순수형의 한계가 실증된 뒤에만 이 비용이 정당화된다.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" y="4206240"/>
            <a:ext cx="178308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  기준선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8" y="4206240"/>
            <a:ext cx="49377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A는 기존 C1과 연결되는 기준선이고 B′는 새 변수(정보의 국소성)다. 순수형이 있어야 C의 개선이 무엇 대비인지 말할 수 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" y="5212080"/>
            <a:ext cx="178308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  C가 항상 이기는 것은 아님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29968" y="5212080"/>
            <a:ext cx="49377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하이브리드가 순수형보다 나쁜 영역이 있을 수 있다. 그래서 C는 선택 후 보완 설계이며 채택 조건을 둔다.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178040" y="1188720"/>
          <a:ext cx="4800600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83080"/>
                <a:gridCol w="301752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반론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"처음부터 C를 알았으면 비교는 형식적이다"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솔직히 상보성 때문에 C 방향은 예견되었다. 비교의 목적은 C의 설계 변수와 요소별 기여를 얻는 측정이다. 결과에 따라 C의 모양이 바뀌거나 불필요하다는 결론도 가능하다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"B′는 A를 돋보이게 하는 허수아비다"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B′의 고유 가설(측정 기반 강건성)을 ε 주입, jitter 시나리오에서 검증한다. 원안의 근거 약한 장점은 제외했다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"C가 복잡하기만 하고 이득이 작으면?"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 조건에 따라 순수 구조를 유지한다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DP2. 노드 내 Attention 실행 위치 결정 구조 - 결론 및 다음 단계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전략: 순수형 평가 → 선택 → 보완 설계 C</a:t>
            </a:r>
          </a:p>
        </p:txBody>
      </p:sp>
      <p:sp>
        <p:nvSpPr>
          <p:cNvPr id="13" name="Pentagon 12"/>
          <p:cNvSpPr/>
          <p:nvPr/>
        </p:nvSpPr>
        <p:spPr>
          <a:xfrm>
            <a:off x="246888" y="1188720"/>
            <a:ext cx="2395728" cy="1097280"/>
          </a:xfrm>
          <a:prstGeom prst="homePlate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① A / B′ 평가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 조건, 단일 변수
시뮬레이션 [B+C]</a:t>
            </a:r>
          </a:p>
        </p:txBody>
      </p:sp>
      <p:sp>
        <p:nvSpPr>
          <p:cNvPr id="14" name="Chevron 13"/>
          <p:cNvSpPr/>
          <p:nvPr/>
        </p:nvSpPr>
        <p:spPr>
          <a:xfrm>
            <a:off x="2551176" y="1188720"/>
            <a:ext cx="2395728" cy="1097280"/>
          </a:xfrm>
          <a:prstGeom prst="chevron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② 선택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사전 등록 규칙
Q1 &gt; Q3 &gt; Q2</a:t>
            </a:r>
          </a:p>
        </p:txBody>
      </p:sp>
      <p:sp>
        <p:nvSpPr>
          <p:cNvPr id="15" name="Chevron 14"/>
          <p:cNvSpPr/>
          <p:nvPr/>
        </p:nvSpPr>
        <p:spPr>
          <a:xfrm>
            <a:off x="4855464" y="1188720"/>
            <a:ext cx="2395728" cy="1097280"/>
          </a:xfrm>
          <a:prstGeom prst="chevron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③ 약점 분석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ε, jitter, 폭주 부하로
실패 양상 확인</a:t>
            </a:r>
          </a:p>
        </p:txBody>
      </p:sp>
      <p:sp>
        <p:nvSpPr>
          <p:cNvPr id="16" name="Chevron 15"/>
          <p:cNvSpPr/>
          <p:nvPr/>
        </p:nvSpPr>
        <p:spPr>
          <a:xfrm>
            <a:off x="7159752" y="1188720"/>
            <a:ext cx="2395728" cy="1097280"/>
          </a:xfrm>
          <a:prstGeom prst="chevron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④ C 설계 변수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tol, hysteresis,
재계획 횟수, 폴백 비용</a:t>
            </a:r>
          </a:p>
        </p:txBody>
      </p:sp>
      <p:sp>
        <p:nvSpPr>
          <p:cNvPr id="17" name="Chevron 16"/>
          <p:cNvSpPr/>
          <p:nvPr/>
        </p:nvSpPr>
        <p:spPr>
          <a:xfrm>
            <a:off x="9464040" y="1188720"/>
            <a:ext cx="2395728" cy="1097280"/>
          </a:xfrm>
          <a:prstGeom prst="chevron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⑤ C 평가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 구조 대비
채택 조건 확인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2606040"/>
          <a:ext cx="11750040" cy="3337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8229600"/>
                <a:gridCol w="30632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미결 질문 / 위험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시나리오와 시뮬레이터 확장 범위 확정 (Tier 큐 모델, 로컬 임계치 정책, KV 구간 단위 배치)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가능성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λ_HBM(HBM 기회비용 가격)을 정적 상수 / 부하 비례 / 점유율 비례 중 무엇으로 할지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A의 핵심 파라미터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결과 병합 kernel 지원 가정(GC-5)을 인정할지. 불인정 시 한 시퀀스의 KV는 한 곳에서만 실행 → 후보 공간 축소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후보 공통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T_rt(layer당 q 송신·o 수신 왕복)가 IN_SITU TPOT를 지배할 가능성. PCIe/CXL 왕복 지연 확인 필요 [추정]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기준 자체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단계의 QA 임계값·별점 구간 확정 후 선택 규칙에 반영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규칙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DP4 확장: 노드 역할(P형/D형)을 DP2 후보 공간의 제한으로 정식화 (별도 논의)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DP4 경계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Appendix. 수치와 가정의 근거 수준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상태 구분: 추정 / 시뮬레이션 / 가정 / 미검증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46888" y="1143000"/>
          <a:ext cx="1175004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3840480"/>
                <a:gridCol w="1737360"/>
                <a:gridCol w="406908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 / 내용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수준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크기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320KB/token, 128K에서 약 43GB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(계산)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Llama-3.1-70B, GQA 8, 80 layer, BF16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이동 시간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0.67 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(계산)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PCIe 64 GB/s (GC-9), 전 layer 일괄 이동, 겹침 없음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attention 연산 강도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Tq × 8 FLOP/byte (H100 ridge ≈ 300)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(계산)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GQA 8, KV BF16. Tq &gt; 약 40에서 GPU compute-bound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제자리 연산 break-even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Tq ≲ 약 390 (ScHBM 198 TFLOPS), ≲ 약 6 (CXL-PNM 3.3 TFLOPS)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(계산)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128K History, 링크 경합·병합 비용·겹침 미반영. 방향성 참고용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C1/C2 Q1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954 / 956 tok/s (Baseline 575)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[B+C]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DP2-requirements.md QS-1, 기존 Turn 단위 모델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T_rt, 결정 비용, λ_HBM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미검증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구현·평가로 확인. 결정 비용은 0.1/1/10 ms 민감도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결과 병합 kernel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주어진 것으로 가정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가정 (GC-5)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필요. 불인정 시 후보 공간 축소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5760720"/>
            <a:ext cx="11338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doc-mk/DP2/dp2-decision-structure-candidates-A-B-C.md · Requirements/memo-dp2-redesign-ideation.md · memo-dp2-dp4-boundary.md · DP2-requirements.md · Evaluation/DP2/m0-spec.md. 모든 평가는 시뮬레이션 [B+C]이며 실측 [A]가 아님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