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DB59D-6851-4087-A360-1717CD539FDC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42F9D-A517-472D-B53C-0A9BC49CDB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001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DP3는 선정 알고리즘이 아니라 그 알고리즘을 엔진에 결합하는 구조를 결정한다.</a:t>
            </a:r>
          </a:p>
          <a:p>
            <a:r>
              <a:t>근거: 선정·재계산 방법은 계속 바뀌는 정책이고(재계산 방법은 이후 확정), 엔진도 외부에서 갱신된다. 구조가 이 변화를 흡수해야 한다.</a:t>
            </a:r>
          </a:p>
          <a:p>
            <a:r>
              <a:t>연결: 이 장에서는 원본 KV를 1부만 두고 압축하지 않는 현재 설계(2026-10-14 보완 설계 슬라이드 기준)를 전제로 한다.</a:t>
            </a:r>
          </a:p>
          <a:p>
            <a:r>
              <a:t>출처: doc-mk/DP3/dp3-kv-compression-reuse-structure-draft.md §0, §5, doc-mk/slides/dp3-query-aware-complement-design.pptx 슬라이드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같은 정책을 쓰고 구조만 바꿔 비교하므로, 구조 QA(변경 용이성, 성능 오버헤드, 상호운용성, 엔진 추종성)가 후보를 가른다.</a:t>
            </a:r>
          </a:p>
          <a:p>
            <a:r>
              <a:t>근거: 정확도·Goodput은 정책 품질에 좌우되어 구조 후보 간 차이가 없다. 정확도는 게이트로 둔다.</a:t>
            </a:r>
          </a:p>
          <a:p>
            <a:r>
              <a:t>주의: Q1~Q4는 기존 DP3 QA(DP3-QA1~8)를 구조 관점으로 재구성한 제안이며 사용자 확정 전이다.</a:t>
            </a:r>
          </a:p>
          <a:p>
            <a:r>
              <a:t>출처: doc-mk/Requirements/DP3-requirements.md §3, §5 (DP3-C-4, QA5, QA7).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같은 DP3 모듈을 엔진 코어 안에 넣을 것인가(α), 확장 인터페이스 뒤의 서비스로 둘 것인가(β)를 비교한다.</a:t>
            </a:r>
          </a:p>
          <a:p>
            <a:r>
              <a:t>근거: α는 함수 호출로 요청 경로가 가장 짧지만 정책 교체와 엔진 갱신이 엔진 변경으로 번진다. β는 엔진 수정을 훅 노출로 한정하는 대신 프로세스 경계 비용과 상태 동기화가 생긴다. 장단점은 모두 구조 논증 [가설]이다.</a:t>
            </a:r>
          </a:p>
          <a:p>
            <a:r>
              <a:t>β의 전제: 점수 연산(GPU)은 엔진의 Attention Manager가 하고, 정책(선정·신뢰 판단)만 서비스가 정한다. 이 primitive가 확장 인터페이스에 들어가는지가 실현성의 핵심이다.</a:t>
            </a:r>
          </a:p>
          <a:p>
            <a:r>
              <a:t>Digest Registry, Confidence Gate는 2026-10-14 보완 설계(M1, M5)에서 가져온 요소다.</a:t>
            </a:r>
          </a:p>
          <a:p>
            <a:r>
              <a:t>출처: doc-mk/slides/dp3-query-aware-complement-design.pptx 슬라이드 2, 엔진 확장 인터페이스(KV connector) 훅 분리 구조.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β는 엔진 수정을 줄이고 정책 교체를 쉽게 하는 대신 요청 경로에 IPC hop 2회와 상태 동기화를 감수한다.</a:t>
            </a:r>
          </a:p>
          <a:p>
            <a:r>
              <a:t>근거: 전달량이 점수 요약과 토큰 목록뿐이라 KV 본체는 이동하지 않는다. 다만 hop 수는 측정 전까지 가설이다.</a:t>
            </a:r>
          </a:p>
          <a:p>
            <a:r>
              <a:t>선택의 의미: α/β 선택은 정책 교체 빈도와 엔진 갱신 빈도 대 요청 경로 지연 허용 폭의 교환이다. 열린 이슈 3개는 prototype에서 먼저 확인한다.</a:t>
            </a:r>
          </a:p>
          <a:p>
            <a:r>
              <a:t>출처: doc-mk/slides/dp3-query-aware-complement-design.pptx 슬라이드 3, 엔진 KV connector 인터페이스(scheduler 측·worker 측 훅 분리) 코드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정책을 고정하고 구조만 바꿔, 구조 QA는 prototype 변경량으로 측정한다.</a:t>
            </a:r>
          </a:p>
          <a:p>
            <a:r>
              <a:t>근거: 변경 module 수, 수정 파일 수는 실제 diff로 셀 수 있어 시뮬레이션 없이 실측 [A]이 가능하다. 정확도는 합격 게이트로만 쓴다.</a:t>
            </a:r>
          </a:p>
          <a:p>
            <a:r>
              <a:t>한계: 현재는 모두 가설이며 prototype이 없다. 압축 제외와 보완 요소(Digest, Gate, Batcher) 포함 여부는 확인이 필요하다.</a:t>
            </a:r>
          </a:p>
          <a:p>
            <a:r>
              <a:t>출처: doc-mk/Requirements/DP3-requirements.md §3, §5, doc-mk/Requirements/project-context.md GC-5, GC-7.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66F1F-6FFF-438E-978E-7F50C6A9E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AFAFD0-1F82-4A9B-B3F6-99224804E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A504BB-6AAA-4233-A0A1-1975C91F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92343-8259-4E59-9F61-74C15CCD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CB83A2-9524-4B3A-B3C6-D4F79B0E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31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669E3-A266-4BEB-8BBA-CE42A5B66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E1CA8F-9445-4D8B-A0A0-34714CBAC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2E6160-1C4D-4559-89D9-A35150A35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2329A2-229C-4CBB-AC58-12A0F0ACA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41D84D-6A9B-449E-843F-67D8BA66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59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6C279-BE8E-4A58-8F27-8C25650D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392A46-7FFF-4D6F-AA6E-D59A61223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6685FA-9578-48E3-9E09-D095C1DF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A1F830-4CCD-4D6C-BCCB-003C05CF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0742D8-AAC9-4467-8546-CC9D64B5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59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B4E56-0A82-416C-92D9-654BF5C9D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B22FE0-D66C-416D-A771-4B8A78E1D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BDFEE8-FEDA-40B6-AD92-F654C3C94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C12402-8087-4755-8681-5AB4A554C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6EB7B6-16FD-43F7-AD81-6AE053312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884AA5-2DBF-4023-90B7-AAC1D132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26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2D15B-0C0F-4390-875E-1590EE8F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713CE4-54D4-472C-AF86-5304C461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F3848C-49A2-46AD-B69D-6770C2A44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F7C98F-4810-4F56-8535-9FA72E9AD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491211-BEE3-4FEF-980E-6C26F7443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E8F1097-25B6-4C35-9EDA-0A1B99A7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967B94-09AA-40C9-A6E7-C49079CAA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4706B7-77D3-4F97-B3C3-87F6F63E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10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E3900A-A75F-4F93-AE6D-F58DCEBA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FA1503-70FC-402A-9BEA-A7A4CBD5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8CE03B-7743-434D-93C2-5D3CF40D6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E11778-A95C-403D-A5C5-03429AA1E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20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79B79F9-D3BF-4383-9A2B-6720ED16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91CDC1-1BD2-4CEC-AF70-F1035E05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BE70D-7B66-4208-B021-AB8D7CB4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693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1A4DB-6070-458A-B403-896204387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EFAD1F-018C-4CD8-A320-CCA387166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0798B4-57C3-44B4-A8C2-A1110A143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382C16-FF45-4304-A19A-EF629B47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B56C59-F03D-40C5-A062-6C1D08EA6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5D1989-7D2D-483E-8B76-675B71A79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681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80EA15-1B37-4FC8-A267-BD814C73A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A6C1A13-FB13-43ED-9A16-DE43BD615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750587-5197-4793-84A9-1FCE8E0FE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A05951-2B75-4A9C-9D31-DA984C7D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3DFFFB-CB82-44B7-ADD5-6C06FFCA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C3ACB5-7C5F-4763-A545-1E091D9C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8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F7E99-E266-4394-AC3C-C81C0AA01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903C54-E094-4214-B922-CFC0A7561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66B284-4B0D-4115-B089-AA26C33B4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850256-F467-447D-9263-C7183DD6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3367B8-E91F-4EFF-904D-A125138D3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184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4CC87E-C30F-4874-9B17-340763F05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237634-FD61-4D11-A5FB-707E825AD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D80697-7563-4134-9650-BD8DE52F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795852-3BEA-4032-BF3B-1DBB06E39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E3DC6E-6854-4E11-B4EC-45C9A22F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528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5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640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0AD665B-95C3-4399-9C37-9DABDB1E5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6DC265-2495-45CB-94D5-2A0095D35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E49F97-8660-4B82-B92F-E28176287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8CD36A-B7E4-4EBB-BD2C-7A89014F8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89CF50-AAA0-498B-83B2-83B855385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9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DP3. KV 재사용 기능의 엔진 결합 구조 - 배경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" y="667512"/>
            <a:ext cx="116128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- 생성형 AI 서비스는 inference engine이 사용자 요청을 처리하며, 긴 문서(Long Context)를 다룰 때 이전 입력의 중간 계산 결과(KV Cache)를 저장해 재사용함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- Context가 길고 많아지면 재사용 시 읽고 다시 계산하는 비용이 응답 시간(TTFT)을 키움 → 요청 질의(Query)에 중요한 토큰만 골라 재계산해 비용을 줄이는 기능이 DP3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- 이 기능의 선정 방식(어떤 토큰을 고를지)은 연구가 계속 바뀌는 정책이고, inference engine은 외부에서 계속 갱신됨 → 기능을 엔진의 어디에 어떤 경계로 붙일지가 구조 문제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2148840"/>
            <a:ext cx="5532120" cy="329184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24812" y="1993392"/>
            <a:ext cx="237744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DP3의 위치 (KV 수명주기)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423160"/>
            <a:ext cx="4846320" cy="713232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DP1  메모리 배치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KV를 어느 메모리 Tier에 둘지 (이동 결정)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08960" y="3136391"/>
            <a:ext cx="0" cy="246889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85800" y="3383280"/>
            <a:ext cx="4846320" cy="713232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DP2  실행 위치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attention·재계산을 어디서 실행할지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08960" y="4096512"/>
            <a:ext cx="0" cy="246888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85800" y="4343400"/>
            <a:ext cx="4846320" cy="713232"/>
          </a:xfrm>
          <a:prstGeom prst="rect">
            <a:avLst/>
          </a:prstGeom>
          <a:solidFill>
            <a:srgbClr val="DEEB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DP3  KV 재사용 기능 (본 설계)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Query에 중요한 토큰만 골라 재계산, 원본 KV는 1부만 보관 (압축 없음)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7492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DP3는 DP1(저장 위치·로드 비용)과 DP2(실행 자원·예산)와 계약으로 연결됨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148840"/>
            <a:ext cx="5532120" cy="329184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49540" y="1993392"/>
            <a:ext cx="237744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정책과 구조의 분리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468880"/>
            <a:ext cx="5166360" cy="237744"/>
          </a:xfrm>
          <a:prstGeom prst="rect">
            <a:avLst/>
          </a:prstGeom>
          <a:solidFill>
            <a:srgbClr val="FBE5D6"/>
          </a:solidFill>
          <a:ln w="1016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정책 (교체 대상, 이 DP의 결정 아님)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43200"/>
            <a:ext cx="51206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점수 산출 방식 (어떤 토큰이 중요한가)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토큰 선정 방식 (몇 개를 고르는가)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재계산 방법 (구체적 방법은 이후 확정)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3657600"/>
            <a:ext cx="5166360" cy="237744"/>
          </a:xfrm>
          <a:prstGeom prst="rect">
            <a:avLst/>
          </a:prstGeom>
          <a:solidFill>
            <a:srgbClr val="DEEBF7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구조 (이 DP의 결정 대상)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31920"/>
            <a:ext cx="512064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엔진의 어디에 결합하는가 (결합 위치)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누가 누구를 아는가 (의존 방향)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어디에 경계를 두는가 (함수 호출 / 프로세스)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정책이 바뀌어도, 엔진이 갱신되어도 유지되어야 하는 것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83464" y="5596128"/>
            <a:ext cx="411480" cy="27432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577840"/>
            <a:ext cx="1115568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66FF"/>
                </a:solidFill>
                <a:latin typeface="맑은 고딕"/>
                <a:ea typeface="맑은 고딕"/>
                <a:cs typeface="맑은 고딕"/>
              </a:rPr>
              <a:t>정책이 바뀌어도 구조가 유지되도록, DP3 기능을 inference engine에 결합하는 방식을 결정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5907024"/>
            <a:ext cx="11430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 쟁점 1. DP3 기능을 엔진 코어에 내장할 것인가, 확장 인터페이스 뒤의 별도 서비스로 분리할 것인가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 쟁점 2. 어느 쪽이 변경 용이성·성능 오버헤드·엔진 추종성의 균형이 나은가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DP3. KV 재사용 기능의 엔진 결합 구조 - 요구사항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구조 후보를 가르는 QA와 제약  [제안]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46536" y="630936"/>
            <a:ext cx="713232" cy="32004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96728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19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1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3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46888" y="1143000"/>
          <a:ext cx="11750040" cy="26151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31520"/>
                <a:gridCol w="1737360"/>
                <a:gridCol w="4206240"/>
                <a:gridCol w="5074920"/>
              </a:tblGrid>
              <a:tr h="347472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ID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 (지표)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 DP에서 보는 이유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Q1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용이성
(Modifiability)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 교체 시 바뀌는 module 수 · interface 수 · 개발 공수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점수·선정·재계산 방법이 계속 바뀌므로, 교체 비용이 결합 방식에 따라 달라짐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Q2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오버헤드
(Time behavior)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경로에 추가되는 지연(ms)과 호출 hop 수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정책이라도 경계가 프로세스를 넘으면 직렬화·전달 비용이 생김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Q3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상호운용성
(Interoperability)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DP1·DP2 계약 변경이 번지는 module 수 · interface 수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Digest 객체, 예산 B, tier별 load 지연 등 DP 간 접점이 결합 위치에 의존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Q4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엔진 추종성
(Adaptability)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엔진 버전 상향 시 수정이 필요한 파일 · interface 수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엔진이 외부에서 갱신되므로, 엔진 코어 변경과의 충돌 비용이 결합 방식에 따라 다름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347472" y="4114800"/>
            <a:ext cx="5577840" cy="224028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404872" y="3959352"/>
            <a:ext cx="146304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제약 (C)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43400"/>
            <a:ext cx="539496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C1  attention kernel은 수정하지 않음 (GC-5) → 점수 연산은 엔진의 기존 기능 위에서 수행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C2  원본 KV는 1부만 보관, 압축하지 않음 (보완 설계 기준)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C3  DP3만 정확도 손실 허용 (GC-7), 한도는 F1 하락 상대 1% 이내 [사용자 확정]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C4  DP1·DP2와의 계약(Digest 객체, 예산 B, load 지연)은 유지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114800"/>
            <a:ext cx="5577840" cy="224028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40879" y="3959352"/>
            <a:ext cx="384048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후보를 가르지 못하는 항목 (게이트·보고)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1928" y="4343400"/>
            <a:ext cx="539496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정확도(F1): 후보가 같은 정책을 쓰면 차이가 없어야 함 → 비교 대상이 아니라 합격 게이트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Goodput · TTFT 절감률: 정책 품질에 좌우됨 → 기능 도입 효과를 보이는 상위 증거로만 보고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기존 DP3 QA는 알고리즘 성능이라 구조 후보 간 변별력이 낮음 [가설]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수치 임계값·별점은 통합 단계에서 정함. 이 문서는 점수를 쓰지 않음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DP3. KV 재사용 기능의 엔진 결합 구조 - 설계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DP3 기능을 inference engine의 어디에, 어떤 경계로 결합할 것인가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46536" y="630936"/>
            <a:ext cx="713232" cy="32004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96728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19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1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3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46888" y="1042415"/>
          <a:ext cx="11750040" cy="53126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77824"/>
                <a:gridCol w="5440680"/>
                <a:gridCol w="5431536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안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(α안) 엔진 내장 - </a:t>
                      </a:r>
                      <a:r>
                        <a:rPr sz="11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엔진 코어에 직접 결합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(β안) 확장 인터페이스 분리 - </a:t>
                      </a:r>
                      <a:r>
                        <a:rPr sz="11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엔진 밖 서비스로 분리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장점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호출이 함수 호출이라 요청 경로 오버헤드 최소 [가설]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KV·스케줄러 상태를 직접 읽어 동기화 문제가 없음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엔진 수정이 훅 노출에 한정, 정책 교체는 서비스만 [가설]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서비스 장애 시 Full Prefill로 폴백 가능 (장애 격리)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단점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정책 교체가 엔진 재빌드·재배포로 이어짐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엔진 버전 상향 시 코어 변경과 충돌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프로세스 경계 hop·직렬화 비용이 요청 경로에 추가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scheduler 측·worker 측 상태 동기화 필요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Tradeoff
(평가 전 가설)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Q1 변경 용이성: 열세 예상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Q2 성능 오버헤드: 우세 예상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Q4 엔진 추종성: 열세 예상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Q1 변경 용이성: 우세 예상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Q2 성능 오버헤드: 열세 예상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Q4 엔진 추종성: 우세 예상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1188720" y="1481328"/>
            <a:ext cx="5257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88720" y="1481328"/>
            <a:ext cx="5257800" cy="219456"/>
          </a:xfrm>
          <a:prstGeom prst="rect">
            <a:avLst/>
          </a:prstGeom>
          <a:solidFill>
            <a:srgbClr val="595959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Inference Engine (단일 프로세스)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98448" y="1828800"/>
            <a:ext cx="1371600" cy="42062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Request Scheduler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98448" y="2377440"/>
            <a:ext cx="1371600" cy="42062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Selective Recomputer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98448" y="2926080"/>
            <a:ext cx="1371600" cy="42062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Attention Manager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98448" y="3474720"/>
            <a:ext cx="1371600" cy="420624"/>
          </a:xfrm>
          <a:prstGeom prst="rect">
            <a:avLst/>
          </a:prstGeom>
          <a:solidFill>
            <a:srgbClr val="E2F0D9"/>
          </a:solidFill>
          <a:ln w="1016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 Store (원본 1부 + Digest)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1828800"/>
            <a:ext cx="2926080" cy="2148840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29000" y="1828800"/>
            <a:ext cx="2926080" cy="219456"/>
          </a:xfrm>
          <a:prstGeom prst="rect">
            <a:avLst/>
          </a:prstGeom>
          <a:solidFill>
            <a:srgbClr val="2E75B6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DP3 모듈 (엔진 코어에 직접 결합)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2152" y="2139696"/>
            <a:ext cx="13258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Importance Scorer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2139696"/>
            <a:ext cx="13258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Token Selector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02152" y="2688336"/>
            <a:ext cx="13258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Confidence Gate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2688336"/>
            <a:ext cx="13258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Digest Registry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3291840"/>
            <a:ext cx="27889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의존: 엔진 코어 → DP3 모듈 (엔진이 DP3를 안다)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통신: 함수 호출 (hop 0, 직렬화 없음)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670048" y="2039112"/>
            <a:ext cx="758952" cy="0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697480" y="1828800"/>
            <a:ext cx="73152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요청·예산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670048" y="2587752"/>
            <a:ext cx="758952" cy="0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697480" y="2377440"/>
            <a:ext cx="73152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선정 토큰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670048" y="3136392"/>
            <a:ext cx="758952" cy="0"/>
          </a:xfrm>
          <a:prstGeom prst="line">
            <a:avLst/>
          </a:prstGeom>
          <a:ln w="15240">
            <a:solidFill>
              <a:srgbClr val="7F7F7F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697480" y="2926080"/>
            <a:ext cx="73152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점수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1984248" y="3346704"/>
            <a:ext cx="0" cy="128016"/>
          </a:xfrm>
          <a:prstGeom prst="line">
            <a:avLst/>
          </a:prstGeom>
          <a:ln w="15240">
            <a:solidFill>
              <a:srgbClr val="5482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656832" y="1481328"/>
            <a:ext cx="31089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56832" y="1481328"/>
            <a:ext cx="3108960" cy="219456"/>
          </a:xfrm>
          <a:prstGeom prst="rect">
            <a:avLst/>
          </a:prstGeom>
          <a:solidFill>
            <a:srgbClr val="595959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Inference Engine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9984" y="1828800"/>
            <a:ext cx="1188720" cy="42062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Request Scheduler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29984" y="2377440"/>
            <a:ext cx="1188720" cy="42062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Selective Recomputer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29984" y="2926080"/>
            <a:ext cx="1188720" cy="420624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Attention Manager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29984" y="3474720"/>
            <a:ext cx="1188720" cy="420624"/>
          </a:xfrm>
          <a:prstGeom prst="rect">
            <a:avLst/>
          </a:prstGeom>
          <a:solidFill>
            <a:srgbClr val="E2F0D9"/>
          </a:solidFill>
          <a:ln w="1016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 Store (원본 1부 + Digest)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11312" y="1828800"/>
            <a:ext cx="1463040" cy="1517904"/>
          </a:xfrm>
          <a:prstGeom prst="rect">
            <a:avLst/>
          </a:prstGeom>
          <a:solidFill>
            <a:srgbClr val="FBE5D6"/>
          </a:solidFill>
          <a:ln w="1016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Extension Interface</a:t>
            </a:r>
          </a:p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공식 훅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 측 · worker 측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점수 연산 primitive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1312" y="3401568"/>
            <a:ext cx="1554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(a) 요청·예산 (b) 선정 토큰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(c) 점수 연산 호출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918704" y="2039112"/>
            <a:ext cx="292608" cy="0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918704" y="1828800"/>
            <a:ext cx="292608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a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7918704" y="2587752"/>
            <a:ext cx="292608" cy="0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918704" y="2377440"/>
            <a:ext cx="292608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b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918704" y="3136392"/>
            <a:ext cx="292608" cy="0"/>
          </a:xfrm>
          <a:prstGeom prst="line">
            <a:avLst/>
          </a:prstGeom>
          <a:ln w="15240">
            <a:solidFill>
              <a:srgbClr val="7F7F7F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918704" y="2926080"/>
            <a:ext cx="292608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c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7223760" y="3346704"/>
            <a:ext cx="0" cy="128016"/>
          </a:xfrm>
          <a:prstGeom prst="line">
            <a:avLst/>
          </a:prstGeom>
          <a:ln w="15240">
            <a:solidFill>
              <a:srgbClr val="5482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0012680" y="1481328"/>
            <a:ext cx="1874519" cy="2606040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012680" y="1481328"/>
            <a:ext cx="1874519" cy="219456"/>
          </a:xfrm>
          <a:prstGeom prst="rect">
            <a:avLst/>
          </a:prstGeom>
          <a:solidFill>
            <a:srgbClr val="2E75B6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DP3 Policy Service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85832" y="1783080"/>
            <a:ext cx="1728216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Importance Scorer
(정책부)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85832" y="2350008"/>
            <a:ext cx="1728216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Token Selector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085832" y="2916936"/>
            <a:ext cx="1728216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Confidence Gate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85832" y="3483863"/>
            <a:ext cx="1728216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Digest Registry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674352" y="2587752"/>
            <a:ext cx="338328" cy="0"/>
          </a:xfrm>
          <a:prstGeom prst="line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619488" y="2286000"/>
            <a:ext cx="45720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IPC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5120" y="4133087"/>
            <a:ext cx="521208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프로세스 경계: 엔진 | 서비스.  의존: DP3 Service → Extension Interface (엔진은 DP3를 모른다)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6382512"/>
            <a:ext cx="1152144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66FF"/>
                </a:solidFill>
                <a:latin typeface="맑은 고딕"/>
                <a:ea typeface="맑은 고딕"/>
                <a:cs typeface="맑은 고딕"/>
              </a:rPr>
              <a:t>두 안의 DP3 모듈 내용(Scorer, Selector, Gate, Registry)은 동일하며, 결합 위치와 의존 방향만 다름. 평가 전이라 선택 표시 없음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DP3. KV 재사용 기능의 엔진 결합 구조 - 설계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두 안의 호출 흐름, 책임, 감수할 비용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46536" y="630936"/>
            <a:ext cx="713232" cy="32004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96728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19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1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3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46888" y="1097280"/>
          <a:ext cx="11750040" cy="38679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54480"/>
                <a:gridCol w="5074920"/>
                <a:gridCol w="5120640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비교 항목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(α) 엔진 내장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(β) 확장 인터페이스 분리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처리 흐름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Query → Scorer ⇄ Attention Manager → Selector → Gate → Recomputer (모두 프로세스 내부 함수 호출)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Query → 훅 ⇒ IPC ⇒ Service → 점수는 엔진 Attention Manager에서 계산(c) → 선정 토큰 ⇒ IPC ⇒ 훅 → Recomputer (IPC hop 2회)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책임 · 의존 방향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엔진 코어가 DP3 모듈을 호출 (엔진이 DP3를 안다)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DP3 Service가 확장 인터페이스를 구현 (엔진은 DP3를 모른다)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엔진 수정 범위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Scheduler · KV Cache Manager에 결합 코드 → 큼 [가설]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 훅 + 점수 primitive 노출 → 작음 [가설]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 교체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엔진 재빌드 · 재배포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서비스만 교체 (엔진 무변경) [가설]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시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DP3 오류가 엔진에 전파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장애 시 Full Prefill로 폴백 가능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경로 비용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호출 오버헤드 최소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IPC hop 2회 + 직렬화 (전달량은 점수 요약과 토큰 목록뿐, KV 본체 이동 없음)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엔진 버전 추종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엔진 코어 변경과 충돌 가능, 병합 비용 큼 [가설]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훅 인터페이스가 유지되는 한 영향 작음 (훅 자체가 바뀌면 영향)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347472" y="5486400"/>
            <a:ext cx="11402568" cy="896112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94276" y="5330952"/>
            <a:ext cx="310896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β안의 열린 이슈 (구현 전 확인)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① 점수 연산(Query × K)을 어디서 하는가: 엔진이 하고 서비스가 호출하는 primitive 방식을 가정 → 확장 인터페이스에 노출 가능한지 확인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② 선정은 scheduler 측에서 결정되고 실행은 worker 측에서 일어남 → 선정 토큰 목록이 두 훅 사이에서 어긋나지 않게 동기화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③ 레이어 단위 load·재계산 중첩(M2)이 worker 측 레이어 훅에 의존 → 훅 존재·동작 확인 필요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DP3. KV 재사용 기능의 엔진 결합 구조 - 구현/검증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같은 정책으로 구조만 바꿔 구조 QA를 측정한다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46536" y="630936"/>
            <a:ext cx="713232" cy="32004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96728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19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1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3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46888" y="1097280"/>
          <a:ext cx="11750040" cy="34381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40080"/>
                <a:gridCol w="1463040"/>
                <a:gridCol w="2743200"/>
                <a:gridCol w="4526280"/>
                <a:gridCol w="2377440"/>
              </a:tblGrid>
              <a:tr h="347472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ID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 (단위)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방법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수준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Q1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용이성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module 수 · interface 수 · 개발 공수(인일)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시나리오 3종을 두 후보에 prototype 적용: S1 점수 방식 교체, S2 선정 방식 교체, S3 선택 재계산 방법 확정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미검증 [가설]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Q2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오버헤드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경로 추가 지연 (ms, P50 / P99), hop 수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정책으로 TTFT를 구간별 분해해 비교. 정책 연산 시간은 제외하고 경계 비용만 분리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미검증 [가설]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Q3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상호운용성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변경이 번지는 module 수 · interface 수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필드 변경 시나리오(Digest 객체 식별 단위, 예산 B 형식)를 적용해 수정 범위 측정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미검증 [가설]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Q4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엔진 추종성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엔진 버전 상향 시 수정 파일 수 · 실패 테스트 수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엔진 마이너 버전 1회 상향 후 빌드·테스트 실패 건수 기록 (prototype diff로 측정 가능)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미검증 [가설]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게이트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F1 하락 상대 1% 이내 (full recompute 대비)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두 후보가 같은 정책을 쓰므로 차이가 없어야 함. 차이가 나면 구현 오류로 보고 비교 중단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한도 확정 [사용자]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347472" y="4754880"/>
            <a:ext cx="11402568" cy="160020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51476" y="4599432"/>
            <a:ext cx="219456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가정과 남은 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56048"/>
            <a:ext cx="11155680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Digest(M1) · Gate(M5) · Query Batcher(M3)는 2026-10-14 보완 설계 요소를 가져온 가정이며, 빼도 α/β 구조 비교는 성립함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압축(Comp.KV) 제외는 보완 설계 슬라이드 기준으로 추정했고, 설계 md(dp3-kv-compression-reuse-structure-draft.md)와 요구사항 문서에는 아직 반영되지 않음 → 문서 정리 필요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표의 효과는 모두 구조 논증 [가설]이며 prototype 전임. 정량 임계값·별점은 통합 단계에서 정함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Q1~Q4는 기존 DP3 QA를 구조 관점으로 재구성한 제안이며 사용자 확정 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5707</Words>
  <Application>Microsoft Office PowerPoint</Application>
  <PresentationFormat>와이드스크린</PresentationFormat>
  <Paragraphs>852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Samsung Sharp Sans Bold</vt:lpstr>
      <vt:lpstr>맑은 고딕</vt:lpstr>
      <vt:lpstr>맑은 고딕</vt:lpstr>
      <vt:lpstr>Arial</vt:lpstr>
      <vt:lpstr>Wingdings</vt:lpstr>
      <vt:lpstr>Office 테마</vt:lpstr>
      <vt:lpstr>DP1. 이기종 메모리 기반 Data Migration 결정 구조 - 배경</vt:lpstr>
      <vt:lpstr>DP1. 이기종 메모리 기반 Data Migration 결정 구조 - 배경</vt:lpstr>
      <vt:lpstr>DP1. 이기종 메모리 기반 Data Migration 결정 구조 - 설계</vt:lpstr>
      <vt:lpstr>DP1. 이기종 메모리 기반 Data Migration 결정 구조 - 설계</vt:lpstr>
      <vt:lpstr>DP2. 이기종 메모리 환경의 Prefill/Decode 실행 위치 결정 구조 - 사전 지식</vt:lpstr>
      <vt:lpstr>DP2. 이기종 메모리 환경의 Prefill/Decode 실행 위치 결정 구조 - 배경</vt:lpstr>
      <vt:lpstr>DP2. 이기종 메모리 환경의 Prefill/Decode 실행 위치 결정 구조 - 설계</vt:lpstr>
      <vt:lpstr>DP4. 요청 조율 구조 (Orchestration) - 배경</vt:lpstr>
      <vt:lpstr>DP4. 여러 서버를 묶는 요청 조율 구조 - 배경</vt:lpstr>
      <vt:lpstr>DP4. 요청 조율 계층 (Orchestration) 설계 - 구조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결정 구조 - 배경</dc:title>
  <dc:creator>Myeong Woo Kim</dc:creator>
  <cp:lastModifiedBy>Myeong Woo Kim</cp:lastModifiedBy>
  <cp:revision>1</cp:revision>
  <dcterms:created xsi:type="dcterms:W3CDTF">2026-10-10T04:25:41Z</dcterms:created>
  <dcterms:modified xsi:type="dcterms:W3CDTF">2026-10-10T04:26:54Z</dcterms:modified>
</cp:coreProperties>
</file>