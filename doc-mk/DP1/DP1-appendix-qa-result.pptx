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평가 결과 - QA별 후보 비교 (SYS-4, Common + Stress + Dynamic)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141732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83080" y="1097280"/>
            <a:ext cx="25146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지표 (DP1 별점 기준)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297680" y="1097280"/>
            <a:ext cx="1554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1097280"/>
            <a:ext cx="18288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C1 Resource-driven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80960" y="1097280"/>
            <a:ext cx="18288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C2 Behavior-driven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09760" y="1097280"/>
            <a:ext cx="228600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우세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444752"/>
            <a:ext cx="1417320" cy="53035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QA1 Throughput [B]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783080" y="1444752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Baseline 대비 SLO goodput (geomean)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97680" y="1444752"/>
            <a:ext cx="1554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x1.00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852160" y="144475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x1.26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80960" y="144475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x1.44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760" y="144475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1993392"/>
            <a:ext cx="1417320" cy="53035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QA2 Latency [B]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83080" y="1993392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TTFT/TPOT x P50/P95/P99 개선 배수 (g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eomean)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97680" y="1993392"/>
            <a:ext cx="1554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x1.00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852160" y="199339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x1.41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80960" y="199339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x1.65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09760" y="199339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동률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2542032"/>
            <a:ext cx="1417320" cy="53035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QA3 Utilization [B]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783080" y="2542032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useful 활용률 (SLO 만족 비율 x HBM 점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유 x (1-migration 링크 점유))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297680" y="2542032"/>
            <a:ext cx="1554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35%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852160" y="254203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42% (+7pp)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680960" y="254203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49% (+14pp)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509760" y="254203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동률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3090672"/>
            <a:ext cx="1417320" cy="530352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QA4 Modifiability [C]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783080" y="3090672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신규 data type / memory 추가 시 변경 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module 수 (논증)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97680" y="3090672"/>
            <a:ext cx="1554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52160" y="309067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★★★ (1~2개)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80960" y="3090672"/>
            <a:ext cx="1828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★★ (4개)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09760" y="3090672"/>
            <a:ext cx="22860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C1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3639312"/>
            <a:ext cx="5440680" cy="365760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별 합계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97680" y="3639312"/>
            <a:ext cx="1554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852160" y="3639312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680960" y="3639312"/>
            <a:ext cx="18288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09760" y="3639312"/>
            <a:ext cx="2286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</a:rPr>
              <a:t>동점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4142232"/>
            <a:ext cx="557784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404040"/>
                </a:solidFill>
                <a:latin typeface="맑은 고딕"/>
                <a:ea typeface="맑은 고딕"/>
              </a:rPr>
              <a:t>Trade-off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- C2는 QA1에서 앞서고, C1은 QA4에서 앞선다. QA2·QA3는 같은 별이다.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- C2의 비용: migration 1,239 GiB (C1 110), 링크 점유 9.5% (C1 1.3%), 신규 data type 추가 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시 module 4개.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- 이득은 static 배치가 stale해지는 Dynamic 시나리오에 집중. Common/Stress는 Baseline</a:t>
            </a:r>
          </a:p>
          <a:p>
            <a:pPr algn="l"/>
            <a:r>
              <a:rPr sz="1000" b="0">
                <a:solidFill>
                  <a:srgbClr val="404040"/>
                </a:solidFill>
                <a:latin typeface="맑은 고딕"/>
                <a:ea typeface="맑은 고딕"/>
              </a:rPr>
              <a:t>과 동률.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26480" y="4142232"/>
            <a:ext cx="5669280" cy="1600200"/>
          </a:xfrm>
          <a:prstGeom prst="rect">
            <a:avLst/>
          </a:prstGeom>
          <a:solidFill>
            <a:srgbClr val="E3F1E3"/>
          </a:solidFill>
          <a:ln w="9525">
            <a:solidFill>
              <a:srgbClr val="5B9B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</a:rPr>
              <a:t>선택: C2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 규칙: 별 합계 차이 2 이상이면 합계, 아니면 QA 우선순위(QA1 &gt; QA2 &gt; QA3 &gt; QA4).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 합계 10 대 10 (동점)이므로 QA1에서 앞선 후보 선택.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맑은 고딕"/>
                <a:ea typeface="맑은 고딕"/>
              </a:rPr>
              <a:t>- 우선순위를 뒤집으면 C1 (QA4). 선택은 우선순위 판단에 의존.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65760" y="5833872"/>
            <a:ext cx="11430000" cy="548640"/>
          </a:xfrm>
          <a:prstGeom prst="rect">
            <a:avLst/>
          </a:prstGeom>
          <a:solidFill>
            <a:srgbClr val="FFF8EC"/>
          </a:solidFill>
          <a:ln w="9525">
            <a:solidFill>
              <a:srgbClr val="C9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평가 조건 / 한계: Evidence [B] simulation(config 기반, [A] 실측 아님) + [C] 논증. DP1 별점 경계(QA1 1.30, QA3 +15pp)는 첫 결과를 본 뒤 정함. C2 QA3 +14pp는 경계 직전. 상세: DP1/results/2026-10-02_dp1-qa-evalu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</a:rPr>
              <a:t>ation.md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