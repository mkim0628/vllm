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4380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444752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SLO goodput 배수, 승/무/패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x1.30 (±0.06)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x1.42 (±0.05)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29968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TTFT와 TPOT 개선 배수(따로), 중앙값 TTFT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9184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P50/P95/P99 119/446/1,411 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4380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P50/P95/P99 118/335/663 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615184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Resource efficiency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비용 가중 점유 대비 goodput(상대), 점유 배수, HB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M GiB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x1.50 (±0.06)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x0.94 · HBM 237 GiB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x1.42 (±0.05)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x1.04 · HBM 276 GiB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200400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변경 4종 평균: module, 공수, 에이전트 비용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module 1.75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0.38 man-month · $1.16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4380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module 2.50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0.51 man-month · $1.49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785616"/>
            <a:ext cx="292608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4380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4261104"/>
            <a:ext cx="56692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Trade-off와 이유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성능은 C2: 데이터마다 접근 빈도·재사용·유휴를 보고 이동해, 같은 종류(KV) 안의 hot/cold를 구분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한다. C1은 자원 압박에만 반응해 구분 못 함.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효율은 C1: 비용 가중 점유 대비 성능 C1 x1.50 대 C2 x1.42. C2는 hot 데이터를 HBM에 올려 비싼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메모리를 더 쓰고(HBM 276 GiB), C1은 싼 tier로 옮겨 비용이 줄어듦.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이동 비용은 링크 간섭으로 지연에 반영(C2 migration 1,339 GiB, 링크 10.5%).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확장성은 C1: 종류를 모르는 구조라 새 데이터 종류 추가 시 module 1개 (C2 3개).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지연(QA2)은 둘 다 ★★★ 경계를 넘어 별이 같지만 값은 C2가 높다. TPOT은 거의 변하지 않고 개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선은 TTFT에서 나온다.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4261104"/>
            <a:ext cx="5577840" cy="19659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규칙: 별 합계가 높은 후보, 같을 때만 QA 우선순위(QA1 &gt; QA2 &gt; QA3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합계 11 대 11로 같아 QA 우선순위로 결정: QA1에서 앞선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우선순위를 뒤집으면 C1.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한계: [B] simulation, 별 경계(QA1 1.30, QA4 평균 집계)는 결과를 본 뒤 정함. QA4 공수·비용은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가정 상수 추정.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돌렸다(64쌍): 비교 가능 21쌍, 포화 10쌍, Baseline도 SLO 불가라 비교 제외 33쌍.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69164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69164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57860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57860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46557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46557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5254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5254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39512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39512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