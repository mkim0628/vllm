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  <p:sldId id="655" r:id="rId29"/>
    <p:sldId id="656" r:id="rId30"/>
    <p:sldId id="657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(참고, 8장 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7,912 / 18,000) · GPU가 attention·FFN 실행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(GPU 1장의 20%) · QK_GEMM, SOFT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MAX, AV_GEMM, CAUSAL_MASK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(GPU 1장의 0.33% / 0.15%) · QK_GEMM, SO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FTMAX, AV_GEMM, CAUSAL_MASK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(GPU 1장의 0.2% / 0.089%) · GEMV (벡터 DB 유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Data-Memory Affinity 효과 - 제거 변형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1051560"/>
            <a:ext cx="1371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affinity 제거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(affinity 포함, 평가 대상)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goodput (tok/s) 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1371600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354 (x1.05)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755648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 P99 (ms) 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26080" y="1755648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1,084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1,372 (x1.27)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1,128 (x1.04)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1755648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785 (x0.72)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139696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 P99 (ms) 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26080" y="2139696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17.1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8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18.2 (x1.06)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18.3 (x1.07)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139696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16.0 (x0.94)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523744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별점 (개선 배수)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25237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2523744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2907791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사용량 (GiB) 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0" y="2907791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768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144.6 (x0.99)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07791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291839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승/무/패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6080" y="3291839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2승 29무 0패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35440" y="3291839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3675887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별 합계 → 선택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926080" y="3675887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C2 (동점, 우선순위 QA1)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10 → C1 (합계)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3675887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4151375"/>
            <a:ext cx="5669280" cy="22402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보완 설계 스토리: affinity 추가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affinity가 없는 C1은 자원 압박에만 반응한다. 처리량 x1.05, TTFT P99 x1.27(악화)로 C2(x1.42)에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크게 못 미치고, 별 합계가 동점이라 우선순위로 C2가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정적 Data-Memory Affinity를 추가하면(힌트와 접근 비용 추정으로 'HBM에 있어야 SLO를 만족하는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' 객체를 승격, 필요하면 교환) 처리량 x1.30, QA2 ★★★이 되어 합계 10 대 9로 C1이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효과의 출처는 정적 승격 pass다: 점수만 제거 x1.299(변화 없음), 승격 제거 x1.053.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승격은 두 후보가 공유하는 접근 비용 추정기(operation class·shape 힌트)에 의존한다.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151375"/>
            <a:ext cx="55778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affinity를 넣어도 C1 처리량(x1.30)은 C2(x1.42)보다 낮다. 격차를 약 66% 줄였지만 C2를 이기지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선택이 C1로 바뀐 것은 QA3(HBM x0.97 대 C2 x1.21)·QA4 우위와 QA2 별 경계(x1.28 vs 1.25)에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서 온다. 합계 차이 1점이라 경계에 민감하다.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 제거 변형에서도 QA4 별은 C1 ★★★로 같게 두었다(affinity 모듈은 C1 설계에 원래 포함)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대조군(affinity 포함 재실행)은 본 결과와 정확히 일치. 5 seed, 동일 시나리오. 4.7절 참고.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TTFT P99 꼬리 악화 (Baseline-regression loop 4) - 이득과 같은 메커니즘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burst 용량 (s)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51560"/>
            <a:ext cx="4572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C1: QA1 (x) / TTFT P99 악화 쌍 / 최악 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1051560"/>
            <a:ext cx="5120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C2: QA1 (x) / TTFT P99 악화 쌍 / 최악 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2.0 (현재)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137160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x1.30 / 6쌍 / x4.32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1371600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x1.42 / 5쌍 / x1.30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75564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1755648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6쌍 / x2.61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755648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5쌍 / x1.24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139696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2139696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3쌍 / x1.20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2139696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x1.02 / 4쌍 / x1.23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23744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2523744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0쌍 / x1.00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75120" y="2523744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6쌍 / x1.17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999232"/>
            <a:ext cx="5669280" cy="27432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무슨 일이 일어나나 (21쌍, H100+B200)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현재 설정에서 TTFT P99가 Baseline보다 나쁜 쌍: C1 6개, C2 5개. C1 최악은 Common cb_kv_8k_b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32(H100 x4.15, B200 x3.88).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같은 쌍에서 TTFT P50은 개선(x0.32~0.67)된다: 중앙값은 좋아지고 꼬리가 나빠진다.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꼬리는 이동된 객체가 아니라 DRAM에 남은 KV의 첫 응답이다. C1이 초반 20% 구간에 15 GiB급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동 19건을 몰아 보내 DRAM 링크 서빙 대역폭이 0.10배까지 떨어지고, 그 구간 접근 2.5%가 P99를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정한다.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2999232"/>
            <a:ext cx="5577840" cy="2743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결론과 한계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burst 용량을 줄이면 꼬리가 줄지만 이득도 같이 사라진다(0.5 s: C1 QA1 x1.00, 0.25 s: C1이 Ba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seline과 동일). 용량 상수 하나로 둘을 동시에 얻지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기본값은 유지했다. 필요한 것은 큰 이동을 여러 tick에 나누는 staged 이동과 이동 중 접근에 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 do-no-harm 검사이며 보완 설계 택틱([C], 미구현)이다.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한계: 링크 간섭이 평균장 근사(대역폭 배율)라 꼬리가 과대일 수 있다. 사전 판정 규칙이 '이득이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0인 퇴화 해'를 허용하는 결함이 있었음을 loop-log에 기록했다.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별점 경계의 근거 - 하한은 측정, 상한은 환산 + 정책 선택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188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54480" y="1051560"/>
            <a:ext cx="4206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하한 (★/★★) 근거: Baseline끼리 비교한 잡음 대역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1051560"/>
            <a:ext cx="10058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현재 하한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5029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상한 (★★/★★★) 환산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71600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54480" y="137160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0.968 ~ 1.033 (sd 0.020, 20개 비교)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1371600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66560" y="1371600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x1.30 = 23% 하드웨어 절감 = 8-GPU 노드에서 약 1.85 GPU (x1.14가 1 GPU)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975104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latency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54480" y="1975104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0.973 ~ 1.028 (sd 0.016, 20개 비교)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1975104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60" y="1975104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x1.25 = latency 20% 감소 (TTFT P99 1,084 -&gt; 867 ms, TPOT P99 17.1 -&gt; 13.7 ms)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78608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절감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54480" y="257860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0.984 ~ 1.016 (sd 0.009, 20개 비교)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2578608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66560" y="2578608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x1.25 = HBM 20% 감소 (146.6 GiB 중 약 29 GiB, 8K KV object 약 1.6개)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3273552"/>
            <a:ext cx="5669280" cy="24688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무엇이 근거 있고 무엇이 선택인가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하한: QA1 0.97은 Baseline끼리 비교해도 나오는 잡음의 아래 끝과 같다(측정). QA2/QA3의 0.95는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잡음(0.97/0.98)보다 느슨하지만 조여도 현재 별은 바뀌지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상한: 잡음(약 3%)으로는 정해지지 않는다. '도입 가치가 있는 크기'라는 정책 선택이며 위 환산으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로 의미만 붙였다.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QA1 상한 1.30은 결과를 본 뒤 정한 값(defined_after_first_look)이고 1.25와 환산 차이가 작다(1.6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대 1.85 GPU).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3273552"/>
            <a:ext cx="5577840" cy="2468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선택이 상한에 얼마나 민감한가 (상한을 QA1/2/3에 같게 적용)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1.10~1.25: C1 11점 대 C2 9점 -&gt; C1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1.30~1.40: 둘 다 9점 동점, QA1 우선순위로 C2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1.45 이상: C1 9점 대 C2 8점 이하 -&gt; C1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현재 공식 경계는 C1의 QA1(x1.298)과 0.2% 차이라 선택은 경계에 민감하다. 상한을 하드웨어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환산(예: 1 GPU = x1.14, 2 GPU = x1.33)으로 고정할지는 소유자 결정 사항이다. 근거 문서: qa-crit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eria-dp1.md §J.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