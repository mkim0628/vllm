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  <p:sldId id="654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8-GPU 1노드, Llama-3.1-70B BF16. 6종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(10 대 9).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simulation, 별 경계(QA1 1.30)와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시스템 - 메모리 구성 (H100x8 / B200x8, 값이 다르면 H100 / B200)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9039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연결 (host와)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 (외부 / 내부)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1051560"/>
            <a:ext cx="33832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(FP16)과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137160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640 GiB / 1,536 GiB (G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PU 8장 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39" y="137160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온패키지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137160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26,800 / 64,000 GB/s (GPU 합)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137160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  (GPU가 attention·FFN 실행)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Samsung Custom HBM (ScHBM)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0" y="1956816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160 GiB / 384 GiB (노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드 1개)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1956816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CPU와 PCIe 5.0 x16, GPU→host→ScHBM 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홉 (GPU 직접 접근 불가)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19568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6,700 / 16,000 GB/s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1956816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197.8 / 450 TFLOPS · QK_GEMM, SOFTMAX, AV_GEMM, C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AUSAL_MASK (attention 오프로드)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42032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0" y="2542032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512 GiB (내부 DRAM)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39" y="2542032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PHY), host 경유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254203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400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542032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3.28 TFLOPS · QK_GEMM, SOFTMAX, AV_GEMM, CAUSAL_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MASK (attention 오프로드)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127248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DRAM (host)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3127248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 TiB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312724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GPU와 PCIe 5.0 x16 (DDR5)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3127248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 GB/s / 300 / 400 GB/s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0" y="3127248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712464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0" y="3712464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TiB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49039" y="37124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직접 접근 (UCIe), PCIe 아님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712464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읽기 1,000 GB/s, 쓰기 50 GB/s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712464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29768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SSD-PIM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429768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TiB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429768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NVMe PCIe 5.0 x4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29768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GB/s / 200 GB/s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0" y="429768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TFLOPS · GEMV (벡터 DB 유사도 계산만)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956048"/>
            <a:ext cx="114300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용량, 외부·내부 대역폭, 지연, 쓰기 대역폭, 연산 능력과 지원 연산을 모두 쓴다. attention을 오프로드할 수 있는 tier는 4개 연산(QK_GEMM, SOFTMAX, AV_GEMM, CAUSAL_MASK)과 연산 능력을 모두 가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 ScHBM과 CXL-PNM뿐이며, 그때의 지연은 max(내부 BW 기반 읽기 시간, 연산 시간) + 활성 전송 + layer별 왕복으로 계산한다. SSD-PIM은 GEMV로 벡터 DB 유사도 계산에만 쓴다.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HBF의 쓰기 증폭(3.0)과 endurance(100 PB), PCIe/CXL 프로토콜 오버헤드(링크는 이론 대역폭),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ScHBM 용량·내부 BW·연산은 페어링 GPU 상대 규칙(용량 2배, 내부 BW 2배, 연산 20%), CXL-PNM 연산(FP32 1.64 TFLOPS의 2배), HBF·SSD-PIM 일부 값은 ASSUMED. 상세: system-specs.md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10, C2 9로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