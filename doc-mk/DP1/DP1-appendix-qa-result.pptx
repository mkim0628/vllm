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  <p:sldId id="651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후보 비교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29260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지표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91840" y="1097280"/>
            <a:ext cx="42519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Resource-driven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543800" y="1097280"/>
            <a:ext cx="42519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 Behavior-driven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444752"/>
            <a:ext cx="292608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Throughput [B]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Baseline 대비 SLO goodput 배수, 승/무/패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91840" y="1444752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 x1.27 (±0.06)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6승 25무 0패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43800" y="1444752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x1.40 (±0.04)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10승 21무 0패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29968"/>
            <a:ext cx="292608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Latency [B]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TTFT/TPOT 개선 배수(geomean), 중앙값 TTFT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91840" y="2029968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x1.40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TTFT P50/P95/P99 119/318/356 ms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543800" y="2029968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x1.66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TTFT P50/P95/P99 118/286/382 ms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2615184"/>
            <a:ext cx="292608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Utilization [B]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전 메모리 풀 U 상대값, HBM 점유, 링크 점유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91840" y="2615184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 x1.16 (U 1.62%)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HBM 54% · 링크 1.6%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543800" y="2615184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 x1.13 (U 1.59%)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HBM 68% · 링크 10.5%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3200400"/>
            <a:ext cx="292608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QA4 Modifiability [B+C]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변경 4종 평균: module, 공수, 에이전트 비용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91840" y="3200400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 module 1.75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0.38 man-month · $1.16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43800" y="3200400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 module 2.50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0.51 man-month · $1.49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3785616"/>
            <a:ext cx="292608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91840" y="3785616"/>
            <a:ext cx="4251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1A1A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543800" y="3785616"/>
            <a:ext cx="4251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1A1A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4261104"/>
            <a:ext cx="5669280" cy="19659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Trade-off와 이유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성능은 C2: 데이터마다 접근 빈도·재사용·유휴를 보고 이동해, 같은 종류(KV) 안의 hot/cold를 구분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한다. C1은 자원 압박에만 반응해 구분 못 함.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비용은 C2: migration 1,339 GiB (C1 138), 링크 점유 10.5% (C1 1.6%)라 활용률(QA3) 이득이 C1을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넘지 못함.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확장성은 C1: 종류를 모르는 구조라 새 데이터 종류 추가 시 module 1개 (C2 3개).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지연(QA2)은 둘 다 ★★★ 경계를 넘어 별이 같지만 값은 C2가 높다.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17920" y="4261104"/>
            <a:ext cx="5577840" cy="19659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선택: C2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규칙: 별 합계가 높은 후보, 같을 때만 QA 우선순위(QA1 &gt; QA2 &gt; QA3 &gt; QA4).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합계 10 대 10로 같아 QA 우선순위로 결정: QA1에서 앞선 C2.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우선순위를 뒤집으면 C1.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한계: [B] simulation, 별 경계(QA1 1.30, QA4 평균 집계)는 결과를 본 뒤 정함. QA4 공수·비용은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가정 상수 추정.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평가에서 고려한 시나리오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32개 시나리오를 H100과 B200에 각각 돌렸다(64쌍): 비교 가능 23쌍, 포화 8쌍, Baseline도 SLO 불가라 비교 제외 33쌍.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691640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기본 서비스 상황 (공통)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1691640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8K 토큰 입력, 256 토큰 생성, 동시 32 요청의 대화 서비스. HBM이 빠듯한 경우 / 시간이 갈수록 여유가 줄어드는 경우 / KV cache에 Lo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RA·MoE·Agent 데이터가 섞이는 경우. 결과: 두 후보 모두 Baseline과 같다.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2578608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데이터 종류별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2578608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대화 문맥(KV cache, 32K~512K 토큰, 동시 1~256) · 여러 고객이 쓰는 LoRA 어댑터(몇 개만 인기) · MoE expert(라우팅 쏠림) · 수 TiB 벡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터 DB(RAG) · 오래 보관되는 Agent 기억과 Tool 결과(드물게 재사용 / 한꺼번에 생성 후 반복 참조).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465576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접근이 쏠리는 정도(hotness)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465576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소수만 인기 있는 skew · 거의 안 쓰이는 cold 데이터가 상위 메모리를 차지 · 갑자기 hot해지는 burst · hot/cold 급반전 · hot 대상이 옮겨 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감(최근 세션으로 이동, 사용자 그룹이 번갈아 활성, 인기 검색 shard가 바뀜). 고르게 접근되는 전용 시나리오는 아직 없음(중간 KV 기준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선이 대조군).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352544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자원 조건이 바뀌는 경우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352544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HBM 용량 압박(고정 / 점진 증가) · HBM 대역폭 급락 · 다른 작업과 공유하는 host 링크 경합(대역폭 25%로 저하) · 6개 메모리 용량을 모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두 써야 하는 큰 용량 부담.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239512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처음엔 문제없다가 나빠지는 경우 (Dynami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 6개)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5239512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Baseline이 처음엔 SLO를 만족하다 중간에 working set이 바뀐다. 예: 오래 보관만 되던 Agent 기억이 HBM을 차지한 채 채팅이 몰림 / ho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t 대화가 초기 세션에서 최근 세션으로 이동. Baseline의 실패 양상을 알고 설계했으므로 이득은 이 상황에 한정.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