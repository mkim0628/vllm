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(메모리 세대별 2개 시스템: H100, B200, Common + Stress + Dynamic)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7373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97280"/>
            <a:ext cx="46634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SYS-H100 (10개)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59" y="1097280"/>
            <a:ext cx="46634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SYS-B200 (13개)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444752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(Baseline 대비 goodput)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1444752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x1.34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66559" y="1444752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x1.44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975104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(개선 배수)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1975104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x1.39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59" y="1975104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x1.41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505456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Utilization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(전 메모리 풀 U 상대)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2505456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x1.11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59" y="2505456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x1.25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035808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(module / 에이전트 비용)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3035808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59" y="3035808"/>
            <a:ext cx="4663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56616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 (C1 / C2)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3566160"/>
            <a:ext cx="4663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 / 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66559" y="3566160"/>
            <a:ext cx="4663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 / 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5020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 (우선순위 규칙)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103120" y="3950208"/>
            <a:ext cx="466344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(QA1)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66559" y="3950208"/>
            <a:ext cx="466344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(합계)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425696"/>
            <a:ext cx="5577840" cy="14630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우세 칸: QA1@SYS-H100, QA1@SYS-B200, QA3@SYS-B200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C1 우세 칸: QA4@SYS-H100, QA4@SYS-B200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비용(SYS-B200): migration 1,239 GiB (C1 110), 링크 점유 9.5% (C1 1.3%)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QA4 [B+C]: 평균 집계로 C1 ★★★, C2 ★★ (C2의 공수가 경계 0.5 MM를 0.006 넘음)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26480" y="4425696"/>
            <a:ext cx="5669280" cy="146304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규칙: 별 합계가 높은 후보. 합계가 같을 때만 QA 우선순위(QA1 &gt; QA2 &gt; QA3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시스템별 별 합계 합: C1 20, C2 21 -&gt;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 상태: confirmed by owner 2026-10-03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5980176"/>
            <a:ext cx="11430000" cy="502920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simulation(config 기반, [A] 실측 아님). H100 규격·link 스케일 ASSUMED. QA3는 SSD-PIM이 풀의 약 75%라 U가 1~2%대(상대값으로 판정). QA4 공수·비용은 가정 상수 추정. 별 경계는 결과를 본 뒤 정한 값 포함.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