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후보 비교 (메모리 세대별 4개 시스템, Common + Stress + Dynamic)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7373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QA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03120" y="1097280"/>
            <a:ext cx="233172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SYS-A100 (7개)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34840" y="1097280"/>
            <a:ext cx="233172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SYS-H100 (10개)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59" y="1097280"/>
            <a:ext cx="233172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SYS-B200 (13개)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98280" y="1097280"/>
            <a:ext cx="233172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SYS-VR (16개)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444752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QA1 Throughput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(Baseline 대비 goodput)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03120" y="1444752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x1.32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4840" y="1444752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x1.29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x1.34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59" y="1444752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x1.44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1444752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x1.00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x1.04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1975104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QA2 Latency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(개선 배수)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103120" y="1975104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x1.48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x1.47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34840" y="1975104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x1.39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x1.67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66559" y="1975104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★★★ x1.41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x1.65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98280" y="1975104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x1.05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x1.29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2505456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QA3 Utilization [B]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(전 메모리 풀 U 상대)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103120" y="2505456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x1.10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x1.00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2505456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x1.11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x1.01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59" y="2505456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x1.20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★★★ x1.25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098280" y="2505456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x0.99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 x0.93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035808"/>
            <a:ext cx="1737360" cy="512064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QA4 Modifiability [B+C]</a:t>
            </a:r>
          </a:p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(module / 에이전트 비용)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3035808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4840" y="3035808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66559" y="3035808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098280" y="3035808"/>
            <a:ext cx="2331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C1 ★★ 1.8모듈 $1.16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C2 ★★ 2.5모듈 $1.49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3566160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 (C1 / C2)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103120" y="3566160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10 / 10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434840" y="3566160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9 / 10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59" y="3566160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9 / 11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98280" y="3566160"/>
            <a:ext cx="2331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8 / 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950208"/>
            <a:ext cx="173736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선택 (우선순위 규칙)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103120" y="3950208"/>
            <a:ext cx="233172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구분 불가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434840" y="3950208"/>
            <a:ext cx="233172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C2 (QA1)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59" y="3950208"/>
            <a:ext cx="233172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C2 (합계)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098280" y="3950208"/>
            <a:ext cx="2331720" cy="36576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C2 (QA2)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425696"/>
            <a:ext cx="5577840" cy="14630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Trade-off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C2 우세 칸: QA1@SYS-H100, QA1@SYS-B200, QA2@SYS-VR, QA3@SYS-B200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C1 우세 칸: QA3@SYS-VR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C2 비용(SYS-B200): migration 1,239 GiB (C1 110), 링크 점유 9.5% (C1 1.3%)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- QA4는 두 후보 같은 별(추정), 값은 C1이 작음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26480" y="4425696"/>
            <a:ext cx="5669280" cy="146304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선택: C2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시스템별: 별 합계 차이 2 이상이면 합계, 아니면 QA 우선순위(QA1 &gt; QA2 &gt; QA3 &gt; QA4).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시스템별 승수 C1 0 대 C2 3. 우선순위를 뒤집으면 C2.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- 우선순위 상태: proposal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5760" y="5980176"/>
            <a:ext cx="11430000" cy="502920"/>
          </a:xfrm>
          <a:prstGeom prst="rect">
            <a:avLst/>
          </a:prstGeom>
          <a:solidFill>
            <a:srgbClr val="FFF8EC"/>
          </a:solidFill>
          <a:ln w="9525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</a:rPr>
              <a:t>한계: [B] simulation(config 기반, [A] 실측 아님). A100/H100 규격·link 스케일 ASSUMED. QA3는 SSD-PIM이 풀의 약 75%라 U가 1~2%대(상대값으로 판정). QA4 공수·비용은 가정 상수 추정. 별 경계는 결과를 본 뒤 정한 값 포함.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