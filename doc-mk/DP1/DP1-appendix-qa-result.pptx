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후보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29260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1097280"/>
            <a:ext cx="4251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543800" y="1097280"/>
            <a:ext cx="4251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444752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Throughput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SLO goodput 배수, 승/무/패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40" y="1444752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x1.30 (±0.06)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43800" y="1444752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x1.42 (±0.05)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29968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Latency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TTFT/TPOT 개선 배수(geomean), 중앙값 TTFT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91840" y="2029968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x1.28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TTFT P50/P95/P99 119/446/1,411 ms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43800" y="2029968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x1.56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TTFT P50/P95/P99 118/335/663 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615184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(진단, 별점 제외)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전 메모리 풀 U 상대값, 링크 점유, 이동량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91840" y="2615184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U x1.17 (1.68%)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링크 1.6% · 138 GiB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2615184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U x1.14 (1.65%)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링크 10.5% · 1,339 GiB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200400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Modifiability [B+C]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변경 4종 평균: module, 공수, 에이전트 비용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1840" y="3200400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module 1.75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0.38 man-month · $1.16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43800" y="3200400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module 2.50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0.51 man-month · $1.49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785616"/>
            <a:ext cx="292608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0" y="3785616"/>
            <a:ext cx="4251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1A1A1A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43800" y="3785616"/>
            <a:ext cx="4251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1A1A1A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4261104"/>
            <a:ext cx="566928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Trade-off와 이유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성능은 C2: 데이터마다 접근 빈도·재사용·유휴를 보고 이동해, 같은 종류(KV) 안의 hot/cold를 구분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한다. C1은 자원 압박에만 반응해 구분 못 함.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비용은 C2: migration 1,339 GiB (C1 138), 링크 점유 10.5% (C1 1.6%)라 이동이 서빙 링크를 나눠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써서 지연·처리량 이득이 줄어든다(간섭 모델 반영).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확장성은 C1: 종류를 모르는 구조라 새 데이터 종류 추가 시 module 1개 (C2 3개).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지연(QA2)은 둘 다 ★★★ 경계를 넘어 별이 같지만 값은 C2가 높다.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0" y="4261104"/>
            <a:ext cx="5577840" cy="19659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선택: C2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규칙: 별 합계가 높은 후보, 같을 때만 QA 우선순위(QA1 &gt; QA2 &gt; QA4).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합계 8 대 8로 같아 QA 우선순위로 결정: QA1에서 앞선 C2.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우선순위를 뒤집으면 C1.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한계: [B] simulation, 별 경계(QA1 1.30, QA4 평균 집계)는 결과를 본 뒤 정함. QA4 공수·비용은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가정 상수 추정.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돌렸다(64쌍): 비교 가능 21쌍, 포화 10쌍, Baseline도 SLO 불가라 비교 제외 33쌍.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69164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69164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57860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57860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46557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46557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5254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5254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39512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39512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