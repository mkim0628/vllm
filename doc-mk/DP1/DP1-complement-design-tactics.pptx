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보완 설계 택틱 - 제안 (선택 구조 C2 기준)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1097280"/>
            <a:ext cx="4572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75320" y="1097280"/>
            <a:ext cx="9144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1097280"/>
            <a:ext cx="26060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QA4: 신규 AI data class 추가 시 C2 module 3개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(C1 1개), 신규 memory는 선호 목록에 명시해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야 사용됨(C1은 코드 변경 없이 사용)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03320" y="1463040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T1 type 특성을 descriptor(데이터)로 외부화. descriptor가 없는 class는 type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-agnostic 경로로 처리 -&gt; 신규 type 추가 = descriptor 1개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1463040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9720" y="146304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논증, 미구현. 기대: 변경 module 3 -&gt;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1~2 (미검증)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migration 비용: C2 1,239 GiB (C1 110), 링크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9.5% (C1 1.3%)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03320" y="2542032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T2 link-time budget + 이득/비용 gating (simulator 적용). traffic class 우선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순위(demand &gt; prefetch &gt; demotion). replica가 있으면 DROP 우선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75320" y="2542032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QA3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2542032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budget/gating [B] 적용. class 우선순위·D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ROP 우선은 [C]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예측 의존: C2는 predictor가 틀리면 잘못된 mig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ration. 오차 e=0.6까지는 우위 유지(lognormal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한 종류, 결과 4.6)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03320" y="3621024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T3 신뢰도 gating (낮으면 C1의 resource-pressure 트리거로 대체) + 이득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미실현 시 자동 중단(do-no-harm guard) + hysteresis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20" y="3621024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안정성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9720" y="3621024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미구현. 실제 workload 이동 robustnes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s는 미확인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decision overhead 105 ms/run (C1 3 ms). SLO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(초 단위) 영향은 작음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4700016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T4 event coalescing(구현), feature 점진 갱신, decision을 critical path 밖에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서 비동기 실행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4700016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89720" y="4700016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coalescing [B], 나머지 [C]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6858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적용 우선순위 제안: T1(QA4 직접 보완) &gt; T3(예측 의존 리스크) &gt; T2 잔여 항목 &gt; T4. T1, T3는 simulator 적용 전까지 효과를 수치로 주장하지 않는다.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택틱은 C2 구조에 추가되는 module(Descriptor Registry, Confidence Gate, Do-no-harm Guard)로 표현할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