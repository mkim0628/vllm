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보완 설계 택틱 - 선택 구조 C1 기준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32918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69080" y="1097280"/>
            <a:ext cx="44805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49640" y="1097280"/>
            <a:ext cx="822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72600" y="1097280"/>
            <a:ext cx="24231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반응하는 C1은 처리량 x1.05, TTFT P99 x1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.27(악화)로 C2(x1.42)에 크게 못 미침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69080" y="1463040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정적 Data-Memory Affinity 승격 추가: operation class·shape 힌트와 접근 비용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추정으로 'HBM에 있어야 SLO를 만족하는' 객체를 승격, 자리가 없으면 정적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페널티가 작은 HBM 거주 객체와 교환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49640" y="1463040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 QA2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372600" y="1463040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[B] 구현·측정됨: 처리량 x1.05 -&gt; x1.30,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QA2 ★★ -&gt; ★★★ (제거 변형 비교, 결과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4.7). 선택이 C2에서 C1로 바뀜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542032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542032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TTFT P99 꼬리 개선 없음(x1.04). 진단한 시나리오에서 이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득 없는 재배치(DRAM 링크 포화 신호에 반응)가 링크를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나눠 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9080" y="2542032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재배치에도 이득/비용 gating 적용(C2에 있는 것과 같은 방식): 예상 서빙 이득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 이동 비용보다 작으면 이동하지 않음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49640" y="2542032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72600" y="2542032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미구현. 원인은 `cb_kv_8k_b32` 한 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나리오에서만 진단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621024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3621024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같은 종류(KV) 안의 hot/cold를 구분하지 못해 C2보다 처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리량이 낮음(x1.30 대 x1.42), QA1 별 경계(1.30) 바로 아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69080" y="3621024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affinity 힌트에 경량 접근 신호(최근 접근 시각, 접근 횟수)를 추가해 구조를 typ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e-agnostic으로 유지하면서 hot/cold 승격 반영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49640" y="3621024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72600" y="3621024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미구현. C2의 behavior 모듈 전체를 들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이지 않는 대안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700016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700016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정적 힌트(operation class·shape)가 틀리거나 신규 메모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리에 없으면 승격이 오작동. 승격이 공유 접근 비용 추정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기에 의존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69080" y="4700016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힌트를 Memory Backend I/F의 descriptor에서 자동 도출하고, 힌트가 없으면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승격을 끄는 안전 장치(do-no-harm)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49640" y="4700016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QA4 안정성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72600" y="4700016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824728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T1은 이미 C1 설계(Data-Memory Affinity)에 포함된 구성요소를 평가에서 켠 것이다. 제거 변형으로 효과를 측정했다. T2~T4는 평가가 드러낸 약점에 대한 제안이며 simulator 적용 전까지 효과를 수치로 주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장하지 않는다.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