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650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5F5D58-863F-4F8A-9CDC-0AFD97F68163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56981-8A65-4F3E-9859-015D93710B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39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CF88C4-AEBB-48AA-B70A-6EC491E39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297DB7-7C40-42BC-80A5-FD747209E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048312-3256-4A93-9D36-F0833152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1D4BCC-BBCA-4118-AA23-404F01C6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404850-FD27-4423-8869-67E4CBE6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472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FEFC4-2952-42C6-BE71-DBD052AC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EFE10-E3FB-47F4-8033-A860CB3D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B3FAB0-5711-4C00-B7AB-8100C870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6A56D-3130-42FB-824E-0B3016658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E7EEAE-7123-47AC-9A56-D0B2F66A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41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B76C3-9A1E-497D-A2EB-ED6820D52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060CE8-6710-4FF3-934C-0ACEEC8CD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BAE3C-55FA-4F75-B99C-BAB54592E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4E5002-A22E-4FF6-9BFE-E0AA83558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119500-EA4E-4B8A-B440-FABCFDB9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F0C29-EA40-44DC-B84D-A6D4CD7C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BF545-1B61-4740-899B-8C353F38A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F40A9B-2F7D-47E8-B2EF-9B53B5A76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E563D1-151A-4BA0-A1D5-890E66FB3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FCA36F-249F-4A97-9C45-E6C5825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8FC145-E980-44EC-B197-3710B32A8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3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34856-F92B-4894-AB6C-7ABF84D5C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3618AD-0A52-4862-944F-F2327F7DA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8ED2E3-4562-47AE-8AD8-2446BF029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3EAED75-044E-40D8-B474-24A15D6E9C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AC5C1B-F86A-475B-9398-00FDD01C59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58F03C6-988B-4EEB-8ADB-6F8F2909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9998B-E067-4834-94B4-BB8DFF7E4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CD66B5-71E0-4F15-8A13-CC9B61F2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41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C094E7-7B2F-43E3-AE38-2F685882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16DBD5-0087-4D39-B73F-381E9662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2F6697-2541-4401-A80C-156513D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68EA56-5214-45F8-9874-35DA5B42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27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7B5D05-1EB0-4B84-A4EA-3D6DCA72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2E19244-B07B-4893-9945-50E0510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95CF3-FA20-404B-A3F9-3C62331D3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7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CD6F9-3720-460B-9571-4A160B8F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0710D-C685-4F47-A667-97E1308CD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64C01F-08F5-4FFF-873C-7EF969446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B0C87D-E82D-4707-BC8F-982AA497E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01179-413D-4B0D-91AE-0EAEFF447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D5D949-E6E5-4EBD-882A-E572AF68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83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29C5D6-4E48-4907-9077-C21FC14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F182103-419E-4630-A11D-276422A83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DB647B-BD9F-4F19-BA7B-5278BE6FF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B0F1D0-4D11-423F-BE06-ADC97BF9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751E5-2CED-4DA3-86A7-13AB7485A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A6F829-E3E6-4CAC-A997-F0BFA6191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57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5E6D9-4DA1-4FF3-B9CD-6107ABDB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86E7429-0C4A-45A9-8750-5FC7BBAF6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7D54CF-A3A4-4A54-9CAF-737F6D2A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5B9C34-27EB-4D1C-BA42-70A6C5E97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D49AF7-E8AA-433E-853F-AB9618B3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261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1CA7D7-EF8A-4259-B5D4-2ECA35B16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172DE0-808E-4E27-A7FC-6FCE852D2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9FA54A-0512-4F37-8144-DC509519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530AA-7D8D-40D1-8B5A-714DAEC05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65708-83E1-4B4A-8091-CBF555ABF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92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3421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6844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132D1B-70AA-4E48-9B44-5AE4F7E8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9A4856-08FE-4CE2-9ED9-6E66C5593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928EB7-8F03-43F3-80F0-A76E71294B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DC83A-1332-4811-A9B3-C4957D3F81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4A231-6D85-4740-B10F-E9C466D27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05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선택 구조(C2)의 보완 설계 택틱 - 제안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97280"/>
            <a:ext cx="41148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#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7240" y="1097280"/>
            <a:ext cx="292608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약점 (평가 근거)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703320" y="1097280"/>
            <a:ext cx="457200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보완 택틱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75320" y="1097280"/>
            <a:ext cx="91440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개선 QA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89720" y="1097280"/>
            <a:ext cx="260604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검증 상태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1463040"/>
            <a:ext cx="411480" cy="10241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W1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7240" y="1463040"/>
            <a:ext cx="292608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QA4 ★★: 신규 AI data type 추가 시 변경 modu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le 4개 (class metadata, Behavior Monitor featur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e, Predictor input, Destination 선호)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703320" y="1463040"/>
            <a:ext cx="4572000" cy="1024128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T1 type 특성을 descriptor(데이터)로 외부화. descriptor가 없는 class는 type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-agnostic 경로로 처리 -&gt; 신규 type 추가 = descriptor 1개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75320" y="1463040"/>
            <a:ext cx="9144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QA4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89720" y="1463040"/>
            <a:ext cx="26060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[C] 논증, 미구현. 기대: 변경 module 4 -&gt; 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1~2 (미검증)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2542032"/>
            <a:ext cx="411480" cy="10241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W2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7240" y="2542032"/>
            <a:ext cx="292608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migration 비용: C2 1,239 GiB (C1 110), 링크 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점유 9.5% (C1 1.3%)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03320" y="2542032"/>
            <a:ext cx="4572000" cy="1024128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T2 link-time budget + 이득/비용 gating (simulator 적용). traffic class 우선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순위(demand &gt; prefetch &gt; demotion). replica가 있으면 DROP 우선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75320" y="2542032"/>
            <a:ext cx="9144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QA1 QA3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189720" y="2542032"/>
            <a:ext cx="26060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budget/gating [B] 적용. class 우선순위·D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ROP 우선은 [C]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3621024"/>
            <a:ext cx="411480" cy="10241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W3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77240" y="3621024"/>
            <a:ext cx="292608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예측 의존: C2는 predictor가 틀리면 잘못된 mig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ration. 오차 e=0.6까지는 우위 유지(lognormal 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한 종류, 결과 4.6)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03320" y="3621024"/>
            <a:ext cx="4572000" cy="1024128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T3 신뢰도 gating (낮으면 C1의 resource-pressure 트리거로 대체) + 이득 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미실현 시 자동 중단(do-no-harm guard) + hysteresis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275320" y="3621024"/>
            <a:ext cx="9144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QA1 안정성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189720" y="3621024"/>
            <a:ext cx="26060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[C] 미구현. 실제 workload 이동 robustnes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s는 미확인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700016"/>
            <a:ext cx="411480" cy="10241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W4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7240" y="4700016"/>
            <a:ext cx="292608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decision overhead 105 ms/run (C1 3 ms). SLO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(초 단위) 영향은 작음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703320" y="4700016"/>
            <a:ext cx="4572000" cy="1024128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T4 event coalescing(구현), feature 점진 갱신, decision을 critical path 밖에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서 비동기 실행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275320" y="4700016"/>
            <a:ext cx="9144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QA2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189720" y="4700016"/>
            <a:ext cx="26060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coalescing [B], 나머지 [C]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5824728"/>
            <a:ext cx="11430000" cy="6858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1000" b="1">
                <a:solidFill>
                  <a:srgbClr val="404040"/>
                </a:solidFill>
                <a:latin typeface="맑은 고딕"/>
                <a:ea typeface="맑은 고딕"/>
              </a:rPr>
              <a:t>적용 우선순위 제안: T1(QA4 직접 보완) &gt; T3(예측 의존 리스크) &gt; T2 잔여 항목 &gt; T4. T1, T3는 simulator 적용 전까지 효과를 수치로 주장하지 않는다.</a:t>
            </a:r>
          </a:p>
          <a:p>
            <a:pPr algn="l"/>
            <a:r>
              <a:rPr sz="1000" b="0">
                <a:solidFill>
                  <a:srgbClr val="404040"/>
                </a:solidFill>
                <a:latin typeface="맑은 고딕"/>
                <a:ea typeface="맑은 고딕"/>
              </a:rPr>
              <a:t>택틱은 C2 구조에 추가되는 module(Descriptor Registry, Confidence Gate, Do-no-harm Guard)로 표현할 수 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4205</Words>
  <Application>Microsoft Office PowerPoint</Application>
  <PresentationFormat>와이드스크린</PresentationFormat>
  <Paragraphs>786</Paragraphs>
  <Slides>17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전체 DP 연결</vt:lpstr>
      <vt:lpstr>PowerPoint 프레젠테이션</vt:lpstr>
      <vt:lpstr>DP0. ~~- 배경</vt:lpstr>
      <vt:lpstr>DP0. ~~ - 배경</vt:lpstr>
      <vt:lpstr>DP0. ~~- 설계</vt:lpstr>
      <vt:lpstr>PowerPoint 프레젠테이션</vt:lpstr>
      <vt:lpstr>DP1. 이기종 메모리 기반 Data Migration 구조 - 배경</vt:lpstr>
      <vt:lpstr>DP1. 이기종 메모리 기반 Data Migration 구조 - 배경</vt:lpstr>
      <vt:lpstr>DP1. 이기종 메모리 기반 Data Migration 구조 - 설계</vt:lpstr>
      <vt:lpstr>DP1. 이기종 메모리 기반 Data Migration 구조 - 설계</vt:lpstr>
      <vt:lpstr>PowerPoint 프레젠테이션</vt:lpstr>
      <vt:lpstr>DP2. 이기종 메모리 환경의 Prefill 실행 위치 결정 구조 - 사전 지식</vt:lpstr>
      <vt:lpstr>DP2. 이기종 메모리 환경의 Prefill 실행 위치 결정 구조 - 배경</vt:lpstr>
      <vt:lpstr>DP2. 이기종 메모리 환경의 Prefill 실행 위치 결정 구조 - 설계</vt:lpstr>
      <vt:lpstr>PowerPoint 프레젠테이션</vt:lpstr>
      <vt:lpstr>DP3. Long Context를 위한 KV 캐시 압축 및 재사용 구조 – 배경 </vt:lpstr>
      <vt:lpstr>DP3. Long Context를 위한 KV 캐시 압축 및 재사용 구조 – 설계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구조 - 배경</dc:title>
  <dc:creator>SAMSUNG</dc:creator>
  <cp:lastModifiedBy>SAMSUNG</cp:lastModifiedBy>
  <cp:revision>9</cp:revision>
  <dcterms:created xsi:type="dcterms:W3CDTF">2026-10-01T14:27:36Z</dcterms:created>
  <dcterms:modified xsi:type="dcterms:W3CDTF">2026-10-01T17:40:33Z</dcterms:modified>
</cp:coreProperties>
</file>