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650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이기종 메모리 기반 Data Migration 구조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DP1 보완 설계 택틱 - 제안 (선택 구조 C2 기준)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97280"/>
            <a:ext cx="41148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#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1097280"/>
            <a:ext cx="292608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약점 (평가 근거)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03320" y="1097280"/>
            <a:ext cx="457200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보완 택틱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1097280"/>
            <a:ext cx="91440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개선 QA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89720" y="1097280"/>
            <a:ext cx="260604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검증 상태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1463040"/>
            <a:ext cx="411480" cy="10241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W1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1463040"/>
            <a:ext cx="2926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QA4: 신규 AI data class 추가 시 C2 module 3개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(C1 1개), 신규 memory는 선호 목록에 명시해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야 사용됨(C1은 코드 변경 없이 사용)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03320" y="1463040"/>
            <a:ext cx="4572000" cy="1024128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T1 type 특성을 descriptor(데이터)로 외부화. descriptor가 없는 class는 type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-agnostic 경로로 처리 -&gt; 신규 type 추가 = descriptor 1개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5320" y="1463040"/>
            <a:ext cx="9144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QA4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89720" y="1463040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[C] 논증, 미구현. 기대: 변경 module 3 -&gt; 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1~2 (미검증)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2542032"/>
            <a:ext cx="411480" cy="10241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W2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" y="2542032"/>
            <a:ext cx="2926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migration 비용: C2 1,339 GiB (C1 138), 링크 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점유 10.5% (C1 1.6%)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03320" y="2542032"/>
            <a:ext cx="4572000" cy="1024128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T2 link-time budget + 이득/비용 gating (simulator 적용). traffic class 우선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순위(demand &gt; prefetch &gt; demotion). replica가 있으면 DROP 우선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75320" y="2542032"/>
            <a:ext cx="9144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QA1 QA2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89720" y="2542032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budget/gating [B] 적용. class 우선순위·D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ROP 우선은 [C]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3621024"/>
            <a:ext cx="411480" cy="10241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W3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" y="3621024"/>
            <a:ext cx="2926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예측 의존: C2는 predictor가 틀리면 잘못된 mig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ration. 오차 e=0.6까지는 우위 유지(lognormal 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한 종류, 결과 4.6)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03320" y="3621024"/>
            <a:ext cx="4572000" cy="1024128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T3 신뢰도 gating (낮으면 C1의 resource-pressure 트리거로 대체) + 이득 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미실현 시 자동 중단(do-no-harm guard) + hysteresis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75320" y="3621024"/>
            <a:ext cx="9144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QA1 안정성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89720" y="3621024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[C] 미구현. 실제 workload 이동 robustnes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s는 미확인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700016"/>
            <a:ext cx="411480" cy="10241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W4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" y="4700016"/>
            <a:ext cx="2926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decision overhead 111 ms/run (C1 3 ms). SLO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(초 단위) 영향은 작음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03320" y="4700016"/>
            <a:ext cx="4572000" cy="1024128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T4 event coalescing(구현), feature 점진 갱신, decision을 critical path 밖에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서 비동기 실행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75320" y="4700016"/>
            <a:ext cx="9144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QA2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89720" y="4700016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coalescing [B], 나머지 [C]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824728"/>
            <a:ext cx="1143000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1000" b="1">
                <a:solidFill>
                  <a:srgbClr val="404040"/>
                </a:solidFill>
                <a:latin typeface="맑은 고딕"/>
                <a:ea typeface="맑은 고딕"/>
              </a:rPr>
              <a:t>적용 우선순위 제안: T1(QA4 직접 보완) &gt; T3(예측 의존 리스크) &gt; T2 잔여 항목 &gt; T4. T1, T3는 simulator 적용 전까지 효과를 수치로 주장하지 않는다.</a:t>
            </a:r>
          </a:p>
          <a:p>
            <a:pPr algn="l"/>
            <a:r>
              <a:rPr sz="1000" b="0">
                <a:solidFill>
                  <a:srgbClr val="404040"/>
                </a:solidFill>
                <a:latin typeface="맑은 고딕"/>
                <a:ea typeface="맑은 고딕"/>
              </a:rPr>
              <a:t>택틱은 C2 구조에 추가되는 module(Descriptor Registry, Confidence Gate, Do-no-harm Guard)로 표현할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4205</Words>
  <Application>Microsoft Office PowerPoint</Application>
  <PresentationFormat>와이드스크린</PresentationFormat>
  <Paragraphs>786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PowerPoint 프레젠테이션</vt:lpstr>
      <vt:lpstr>DP0. ~~- 배경</vt:lpstr>
      <vt:lpstr>DP0. ~~ - 배경</vt:lpstr>
      <vt:lpstr>DP0. ~~- 설계</vt:lpstr>
      <vt:lpstr>PowerPoint 프레젠테이션</vt:lpstr>
      <vt:lpstr>DP1. 이기종 메모리 기반 Data Migration 구조 - 배경</vt:lpstr>
      <vt:lpstr>DP1. 이기종 메모리 기반 Data Migration 구조 - 배경</vt:lpstr>
      <vt:lpstr>DP1. 이기종 메모리 기반 Data Migration 구조 - 설계</vt:lpstr>
      <vt:lpstr>DP1. 이기종 메모리 기반 Data Migration 구조 - 설계</vt:lpstr>
      <vt:lpstr>PowerPoint 프레젠테이션</vt:lpstr>
      <vt:lpstr>DP2. 이기종 메모리 환경의 Prefill 실행 위치 결정 구조 - 사전 지식</vt:lpstr>
      <vt:lpstr>DP2. 이기종 메모리 환경의 Prefill 실행 위치 결정 구조 - 배경</vt:lpstr>
      <vt:lpstr>DP2. 이기종 메모리 환경의 Prefill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SAMSUNG</cp:lastModifiedBy>
  <cp:revision>9</cp:revision>
  <dcterms:created xsi:type="dcterms:W3CDTF">2026-10-01T14:27:36Z</dcterms:created>
  <dcterms:modified xsi:type="dcterms:W3CDTF">2026-10-01T17:40:33Z</dcterms:modified>
</cp:coreProperties>
</file>