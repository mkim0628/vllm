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650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90" d="100"/>
          <a:sy n="90" d="100"/>
        </p:scale>
        <p:origin x="13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5F5D58-863F-4F8A-9CDC-0AFD97F68163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56981-8A65-4F3E-9859-015D93710B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394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CF88C4-AEBB-48AA-B70A-6EC491E39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3297DB7-7C40-42BC-80A5-FD747209E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048312-3256-4A93-9D36-F08331526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1D4BCC-BBCA-4118-AA23-404F01C67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404850-FD27-4423-8869-67E4CBE64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14729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FEFC4-2952-42C6-BE71-DBD052AC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EFE10-E3FB-47F4-8033-A860CB3DB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B3FAB0-5711-4C00-B7AB-8100C870E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A56D-3130-42FB-824E-0B3016658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E7EEAE-7123-47AC-9A56-D0B2F66AF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041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5B76C3-9A1E-497D-A2EB-ED6820D52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0060CE8-6710-4FF3-934C-0ACEEC8CD0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FEBAE3C-55FA-4F75-B99C-BAB54592E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4E5002-A22E-4FF6-9BFE-E0AA83558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119500-EA4E-4B8A-B440-FABCFDB98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273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0F0C29-EA40-44DC-B84D-A6D4CD7C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BF545-1B61-4740-899B-8C353F38AF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F40A9B-2F7D-47E8-B2EF-9B53B5A76C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E563D1-151A-4BA0-A1D5-890E66FB3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FCA36F-249F-4A97-9C45-E6C5825E9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8FC145-E980-44EC-B197-3710B32A8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13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434856-F92B-4894-AB6C-7ABF84D5CA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3618AD-0A52-4862-944F-F2327F7DA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D8ED2E3-4562-47AE-8AD8-2446BF0290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3EAED75-044E-40D8-B474-24A15D6E9C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AAC5C1B-F86A-475B-9398-00FDD01C59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58F03C6-988B-4EEB-8ADB-6F8F2909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2369998B-E067-4834-94B4-BB8DFF7E4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4CD66B5-71E0-4F15-8A13-CC9B61F2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416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C094E7-7B2F-43E3-AE38-2F6858827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516DBD5-0087-4D39-B73F-381E96627D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32F6697-2541-4401-A80C-156513D2A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568EA56-5214-45F8-9874-35DA5B428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027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07B5D05-1EB0-4B84-A4EA-3D6DCA724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2E19244-B07B-4893-9945-50E051075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95CF3-FA20-404B-A3F9-3C62331D3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677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ACD6F9-3720-460B-9571-4A160B8FB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60710D-C685-4F47-A667-97E1308CD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464C01F-08F5-4FFF-873C-7EF969446E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B0C87D-E82D-4707-BC8F-982AA497E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01179-413D-4B0D-91AE-0EAEFF447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9D5D949-E6E5-4EBD-882A-E572AF68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0834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29C5D6-4E48-4907-9077-C21FC1458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F182103-419E-4630-A11D-276422A83A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CDB647B-BD9F-4F19-BA7B-5278BE6FF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FB0F1D0-4D11-423F-BE06-ADC97BF9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06751E5-2CED-4DA3-86A7-13AB7485A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A6F829-E3E6-4CAC-A997-F0BFA6191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571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5E6D9-4DA1-4FF3-B9CD-6107ABDB0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86E7429-0C4A-45A9-8750-5FC7BBAF60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7D54CF-A3A4-4A54-9CAF-737F6D2A9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5B9C34-27EB-4D1C-BA42-70A6C5E97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D49AF7-E8AA-433E-853F-AB9618B3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261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C1CA7D7-EF8A-4259-B5D4-2ECA35B16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172DE0-808E-4E27-A7FC-6FCE852D2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9FA54A-0512-4F37-8144-DC509519C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5530AA-7D8D-40D1-8B5A-714DAEC0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A65708-83E1-4B4A-8091-CBF555ABF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0920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23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3421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 userDrawn="1"/>
        </p:nvSpPr>
        <p:spPr>
          <a:xfrm>
            <a:off x="184150" y="145018"/>
            <a:ext cx="6762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CONTENTS</a:t>
            </a:r>
            <a:endParaRPr lang="ko-KR" altLang="en-US" b="1" dirty="0"/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 userDrawn="1"/>
        </p:nvSpPr>
        <p:spPr>
          <a:xfrm>
            <a:off x="11118522" y="118329"/>
            <a:ext cx="953810" cy="40237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SAMSUNG</a:t>
            </a:r>
          </a:p>
          <a:p>
            <a:pPr algn="ctr"/>
            <a:r>
              <a:rPr lang="en-US" altLang="ko-KR" sz="1100" dirty="0">
                <a:solidFill>
                  <a:schemeClr val="bg1">
                    <a:lumMod val="85000"/>
                  </a:schemeClr>
                </a:solidFill>
              </a:rPr>
              <a:t>Confidential</a:t>
            </a:r>
            <a:endParaRPr lang="ko-KR" altLang="en-US" sz="11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68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1132D1B-70AA-4E48-9B44-5AE4F7E8A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9A4856-08FE-4CE2-9ED9-6E66C5593A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D928EB7-8F03-43F3-80F0-A76E71294B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5A236D-9762-4032-9321-D32C6F6792AF}" type="datetimeFigureOut">
              <a:rPr lang="ko-KR" altLang="en-US" smtClean="0"/>
              <a:t>2026-10-01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04DC83A-1332-4811-A9B3-C4957D3F81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A4A231-6D85-4740-B10F-E9C466D27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76138B-95D0-41FF-9A1B-079D07CC85C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05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제목 2"/>
          <p:cNvSpPr>
            <a:spLocks noGrp="1"/>
          </p:cNvSpPr>
          <p:nvPr>
            <p:ph type="title"/>
          </p:nvPr>
        </p:nvSpPr>
        <p:spPr>
          <a:xfrm>
            <a:off x="234949" y="137379"/>
            <a:ext cx="7631530" cy="365125"/>
          </a:xfrm>
        </p:spPr>
        <p:txBody>
          <a:bodyPr/>
          <a:lstStyle/>
          <a:p>
            <a:r>
              <a:rPr lang="en-US" altLang="ko-KR" dirty="0"/>
              <a:t>DP1. 이기종 메모리 기반 Data Migration 구조 - Appendix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1143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DP1 보완 설계 택틱 - 선택 구조 C1 기준</a:t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  <a:r>
              <a:rPr lang="en-US" altLang="ko-KR" sz="1400" b="1" dirty="0">
                <a:solidFill>
                  <a:schemeClr val="bg1"/>
                </a:solidFill>
              </a:rPr>
              <a:t/>
            </a:r>
            <a:r>
              <a:rPr lang="ko-KR" altLang="en-US" sz="1400" b="1" dirty="0">
                <a:solidFill>
                  <a:schemeClr val="bg1"/>
                </a:solidFill>
              </a:rPr>
              <a:t/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58" name="Rectangle 57"/>
          <p:cNvSpPr/>
          <p:nvPr/>
        </p:nvSpPr>
        <p:spPr>
          <a:xfrm>
            <a:off x="365760" y="1097280"/>
            <a:ext cx="41148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#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7240" y="1097280"/>
            <a:ext cx="329184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약점 (평가 근거)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069080" y="1097280"/>
            <a:ext cx="44805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보완 택틱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549640" y="1097280"/>
            <a:ext cx="8229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개선 QA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72600" y="1097280"/>
            <a:ext cx="2423160" cy="310896"/>
          </a:xfrm>
          <a:prstGeom prst="rect">
            <a:avLst/>
          </a:prstGeom>
          <a:solidFill>
            <a:srgbClr val="1F4E79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검증 상태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60" y="1463040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T1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1463040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자원 압박에만 반응하는 C1은 처리량 x1.05, TTFT P99 x1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.27(악화)로 C2(x1.42)에 크게 못 미침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69080" y="1463040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정적 Data-Memory Affinity 승격 추가: operation class·shape 힌트와 접근 비용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추정으로 'HBM에 있어야 SLO를 만족하는' 객체를 승격, 자리가 없으면 정적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페널티가 작은 HBM 거주 객체와 교환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49640" y="1463040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 QA2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372600" y="1463040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[B] 구현·측정됨: 처리량 x1.05 -&gt; x1.30(O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racle 달성률 13% -&gt; 62%), TTFT P99 x1.2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7 -&gt; x1.04 (제거 변형 비교, 결과 4.7). 별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(v6)은 같아 선택은 불변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542032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7240" y="2542032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TTFT P99 꼬리 개선 없음(x1.04). 진단한 시나리오에서 이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득 없는 재배치(DRAM 링크 포화 신호에 반응)가 링크를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나눠 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069080" y="2542032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재배치에도 이득/비용 gating 적용(C2에 있는 것과 같은 방식): 예상 서빙 이득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 이동 비용보다 작으면 이동하지 않음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49640" y="2542032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372600" y="2542032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미구현. 원인은 `cb_kv_8k_b32` 한 시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나리오에서만 진단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5760" y="3621024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77240" y="3621024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같은 종류(KV) 안의 hot/cold를 구분하지 못해 C2보다 처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리량이 낮음(x1.30 대 x1.42), Oracle 달성률 80% 기준 아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래(C1 62% 대 C2 83%)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069080" y="3621024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affinity 힌트에 경량 접근 신호(최근 접근 시각, 접근 횟수)를 추가해 구조를 typ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e-agnostic으로 유지하면서 hot/cold 승격 반영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49640" y="3621024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372600" y="3621024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미구현. C2의 behavior 모듈 전체를 들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이지 않는 대안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700016"/>
            <a:ext cx="411480" cy="1024128"/>
          </a:xfrm>
          <a:prstGeom prst="rect">
            <a:avLst/>
          </a:prstGeom>
          <a:solidFill>
            <a:srgbClr val="DCE9F5"/>
          </a:solidFill>
          <a:ln w="9525">
            <a:solidFill>
              <a:srgbClr val="4D7E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1">
                <a:solidFill>
                  <a:srgbClr val="1A1A1A"/>
                </a:solidFill>
                <a:latin typeface="맑은 고딕"/>
                <a:ea typeface="맑은 고딕"/>
              </a:rPr>
              <a:t>T4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7240" y="4700016"/>
            <a:ext cx="32918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정적 힌트(operation class·shape)가 틀리거나 신규 메모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리에 없으면 승격이 오작동. 승격이 공유 접근 비용 추정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기에 의존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069080" y="4700016"/>
            <a:ext cx="4480560" cy="1024128"/>
          </a:xfrm>
          <a:prstGeom prst="rect">
            <a:avLst/>
          </a:prstGeom>
          <a:solidFill>
            <a:srgbClr val="E6E0F4"/>
          </a:solidFill>
          <a:ln w="9525">
            <a:solidFill>
              <a:srgbClr val="7B66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힌트를 Memory Backend I/F의 descriptor에서 자동 도출하고, 힌트가 없으면 </a:t>
            </a:r>
          </a:p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승격을 끄는 안전 장치(do-no-harm)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549640" y="4700016"/>
            <a:ext cx="822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QA4 안정성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372600" y="4700016"/>
            <a:ext cx="24231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l"/>
            <a:r>
              <a:rPr sz="950" b="0">
                <a:solidFill>
                  <a:srgbClr val="1A1A1A"/>
                </a:solidFill>
                <a:latin typeface="맑은 고딕"/>
                <a:ea typeface="맑은 고딕"/>
              </a:rPr>
              <a:t>[C] 미구현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65760" y="5824728"/>
            <a:ext cx="11430000" cy="54864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27432" bIns="27432"/>
          <a:lstStyle/>
          <a:p>
            <a:pPr algn="l"/>
            <a:r>
              <a:rPr sz="950" b="1">
                <a:solidFill>
                  <a:srgbClr val="404040"/>
                </a:solidFill>
                <a:latin typeface="맑은 고딕"/>
                <a:ea typeface="맑은 고딕"/>
              </a:rPr>
              <a:t>T1은 이미 C1 설계(Data-Memory Affinity)에 포함된 구성요소를 평가에서 켠 것이다. 제거 변형으로 효과를 측정했다. T2~T4는 평가가 드러낸 약점에 대한 제안이며 simulator 적용 전까지 효과를 수치로 주</a:t>
            </a:r>
          </a:p>
          <a:p>
            <a:pPr algn="l"/>
            <a:r>
              <a:rPr sz="950" b="0">
                <a:solidFill>
                  <a:srgbClr val="404040"/>
                </a:solidFill>
                <a:latin typeface="맑은 고딕"/>
                <a:ea typeface="맑은 고딕"/>
              </a:rPr>
              <a:t>장하지 않는다.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4205</Words>
  <Application>Microsoft Office PowerPoint</Application>
  <PresentationFormat>와이드스크린</PresentationFormat>
  <Paragraphs>786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3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전체 DP 연결</vt:lpstr>
      <vt:lpstr>PowerPoint 프레젠테이션</vt:lpstr>
      <vt:lpstr>DP0. ~~- 배경</vt:lpstr>
      <vt:lpstr>DP0. ~~ - 배경</vt:lpstr>
      <vt:lpstr>DP0. ~~- 설계</vt:lpstr>
      <vt:lpstr>PowerPoint 프레젠테이션</vt:lpstr>
      <vt:lpstr>DP1. 이기종 메모리 기반 Data Migration 구조 - 배경</vt:lpstr>
      <vt:lpstr>DP1. 이기종 메모리 기반 Data Migration 구조 - 배경</vt:lpstr>
      <vt:lpstr>DP1. 이기종 메모리 기반 Data Migration 구조 - 설계</vt:lpstr>
      <vt:lpstr>DP1. 이기종 메모리 기반 Data Migration 구조 - 설계</vt:lpstr>
      <vt:lpstr>PowerPoint 프레젠테이션</vt:lpstr>
      <vt:lpstr>DP2. 이기종 메모리 환경의 Prefill 실행 위치 결정 구조 - 사전 지식</vt:lpstr>
      <vt:lpstr>DP2. 이기종 메모리 환경의 Prefill 실행 위치 결정 구조 - 배경</vt:lpstr>
      <vt:lpstr>DP2. 이기종 메모리 환경의 Prefill 실행 위치 결정 구조 - 설계</vt:lpstr>
      <vt:lpstr>PowerPoint 프레젠테이션</vt:lpstr>
      <vt:lpstr>DP3. Long Context를 위한 KV 캐시 압축 및 재사용 구조 – 배경 </vt:lpstr>
      <vt:lpstr>DP3. Long Context를 위한 KV 캐시 압축 및 재사용 구조 – 설계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구조 - 배경</dc:title>
  <dc:creator>SAMSUNG</dc:creator>
  <cp:lastModifiedBy>SAMSUNG</cp:lastModifiedBy>
  <cp:revision>9</cp:revision>
  <dcterms:created xsi:type="dcterms:W3CDTF">2026-10-01T14:27:36Z</dcterms:created>
  <dcterms:modified xsi:type="dcterms:W3CDTF">2026-10-01T17:40:33Z</dcterms:modified>
</cp:coreProperties>
</file>