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7" r:id="rId23"/>
    <p:sldId id="945" r:id="rId4"/>
    <p:sldId id="968" r:id="rId24"/>
    <p:sldId id="926" r:id="rId5"/>
    <p:sldId id="969" r:id="rId25"/>
    <p:sldId id="959" r:id="rId6"/>
    <p:sldId id="970" r:id="rId26"/>
    <p:sldId id="964" r:id="rId20"/>
    <p:sldId id="965" r:id="rId21"/>
    <p:sldId id="966" r:id="rId22"/>
    <p:sldId id="719" r:id="rId7"/>
    <p:sldId id="721" r:id="rId8"/>
    <p:sldId id="973" r:id="rId29"/>
    <p:sldId id="933" r:id="rId9"/>
    <p:sldId id="961" r:id="rId10"/>
    <p:sldId id="724" r:id="rId11"/>
    <p:sldId id="722" r:id="rId12"/>
    <p:sldId id="972" r:id="rId28"/>
    <p:sldId id="962" r:id="rId18"/>
    <p:sldId id="974" r:id="rId30"/>
    <p:sldId id="963" r:id="rId19"/>
    <p:sldId id="97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4237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sz="900"/>
                        <a:t>QA-06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Capacity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동일 메모리 하 최대 동시 세션 수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동일 HBM 용량에서 SLO를 만족하며 동시에 보존·처리 가능한 세션(offload된 KV 보존 세션 포함) 수가 Baseline(GPU-only) 대비 증가해야 한다.</a:t>
                      </a:r>
                      <a:br/>
                      <a:r>
                        <a:rPr sz="900" b="1"/>
                        <a:t>[측정: SLO 만족 최대 동시 세션 수 ≥ Baseline 대비 2x]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 (변경 시나리오 3종 평균, 환산 개발 공수 ≈ 1.0 M/M 이하)]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10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617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4033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Capacity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Capacity 별 재평가 필요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1.86→3.96 query/s (×2.13)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85→296 세션 (×3.5)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1.2→0.8 s (r 1.34)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Capacity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Capacity 별 재평가 필요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1.86→3.99 query/s (×2.14)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85→350 세션 (×4.1)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1.2→0.8 s (r 1.34)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Capacity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3.72→9.54 query/s (×2.56)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170→647 세션 (×3.8)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1.2→0.7 s (r 1.45)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98→52%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Capacity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3.72→11.6 query/s (×3.13)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170→808 세션 (×4.8)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1.2→0.7 s (r 1.45)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Capacity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1.86→5.71 query/s (×3.07)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85→385 세션 (×4.5)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1.2→0.6 s (r 1.64)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Capacity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1.86→6.00 query/s (×3.23)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85→385 세션 (×4.5)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1.2→0.5 s (r 1.70)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6.37→21.5 query/s (×3.38)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1.2→0.3 s (r 2.09)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6.37→21.5 query/s (×3.38)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1.2→0.3 s (r 2.08)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1.86 query/s → ★1 ≥ 3.72 · ★2 ≥ 7.44 · ★3 ≥ 14.9 query/s. 이 시나리오의 이론값: B1 ×2.04(3.78 query/s), 이론 상한 ×4.8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14.9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10.6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7.44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5.21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3.72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73979" y="6207861"/>
            <a:ext cx="406693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873979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94091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014067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×2.04 ~ 상한 ×4.8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Max SLO goodput의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Max SLO goodput(1.86 query/s)의 90%(1.67)에 고정. Baseline 절대값(이론): B0 TTFT P99 1.21 s · TPOT P99 25.0 ms (SLO 만족). TPOT이 같으면 TTFT가 ★1 ≤ 0.59 · ★2 ≤ 0.30 · ★3 ≤ 0.13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0.82 s · TPOT 21.0 ms → r 1.32 (☆, 문헌 ★2 r 2.0에는 못 미침: B0가 90% 부하에서도 SLO 안이라 개선 여지가 작다).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0.13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0.20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1.32는 이 구간에 못 미친다(B0가 SLO 안이라 개선 여지가 작음)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0.42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0.59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5099777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32365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1.32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초당 처리 수(query/s)로 센다(1 query = 요청 1건 = 1 turn, 출력 256 token).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별 조건 = 변경 module 수 하나 (시나리오 평균) — 개발 공수 M/M은 module 수에서 환산한 값으로 병기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1371600"/>
                <a:gridCol w="1371600"/>
                <a:gridCol w="6309360"/>
                <a:gridCol w="176479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module 수 (평균) = 판정 기준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개발 공수 (M/M, 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12~14개 중 2개 이하(약 1/7)만 바뀜: 변경이 한두 곳에서 끝나는 최선의 경우. 2개 ≈ 0.4 MM(1인 2주 미만). 참고: SWE-bench 평균 패치 1.7 file(단위가 file이라 module과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· SWE-bench (arXiv 2310.06770, 참고용)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약 1/4(3개)까지: 변경이 한 Plane 또는 한 Layer 안(예: 정책 계층만)에서 끝남. 3개 ≈ 0.6 MM(1인 약 2.5주)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충족선. component 약 1/3(5개)까지만 바뀌면 변경이 설계 일부에 국한. 6개 이상이면 설계 전반으로 퍼져 확장 지점이 없다고 판단. 5개 ≈ 1.0 MM(1인 1개월 상한)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(DP1 component 목록)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이상이면 미충족(설계 전반으로 번짐).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67328"/>
            <a:ext cx="11457432" cy="786384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85615"/>
            <a:ext cx="11247120" cy="76809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module 1개 = 고정 3일 + 24 LOC ÷ 40 LOC/일 × 테스트·리뷰 overhead 2.0 = 4.2일 = 0.2 MM  →  M/M = 0.2 × module 수  (21일/MM)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24 LOC/module: SWE-bench 평균 패치 32.8 line ÷ 1.7 file ≈ 19 LOC/file을 올림. 실측 대조: DP1 후보 구현 측정 1.75 module → 0.38 MM(환산 0.35), 2.5 module → 0.51 MM(환산 0.50). LOC는 실제 vLLM 통합 기준(시뮬레이터 proxy LOC는 ×5 환산).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30" b="0">
                <a:solidFill>
                  <a:srgbClr val="C00000"/>
                </a:solidFill>
                <a:latin typeface="맑은 고딕"/>
                <a:ea typeface="맑은 고딕"/>
              </a:rPr>
              <a:t>출처: 고정 3일(interface 파악·설계 리뷰·통합 테스트)과 40 LOC/일(순 생산성)은 문헌값이 아니라 DP1 사전 등록 가정(ASSUMED, 범위 2~5일 · 25~80 LOC/일 · overhead 1.5~3.0). 범위 양 끝이면 module 1개 = 0.12~0.38 MM, 5개 = 0.6~1.9 MM이라 M/M 환산은 약 ±50% 불확실하다(module 수 판정은 영향 없음).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59028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왜 module 수만 판정하나: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M/M이 module 수에서 계산되므로 둘은 독립이 아니다. 둘을 AND로 걸면 같은 정보를 두 번 세는 것이다. 판정은 module 수 하나로 하고, 각 경계가 몇 M/M인지는 환산해 보인다. 토큰 비용은 별점이 아니라 별도 참고 페이지(다음 장)에 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029200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변경 module 수 (시나리오 평균) — 오른쪽일수록 별이 높다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0205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0411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70617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0822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1028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1234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510451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700554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90657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70862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651068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946097" y="573785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6997" y="5696712"/>
            <a:ext cx="420624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참고: SWE-bench 평균 패치 1.7 file(단위 file ≠ module) · ★3 경계 2 module ≈ 0.4 MM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831221" y="591616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3809" y="5879592"/>
            <a:ext cx="37353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★2 경계 3 module ≈ 0.6 MM(약 2.5주) · 설계 component의 약 1/4, 한 계층 안</a:t>
            </a:r>
          </a:p>
        </p:txBody>
      </p:sp>
      <p:sp>
        <p:nvSpPr>
          <p:cNvPr id="48" name="Diamond 47"/>
          <p:cNvSpPr/>
          <p:nvPr/>
        </p:nvSpPr>
        <p:spPr>
          <a:xfrm>
            <a:off x="3591632" y="609447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24220" y="6062472"/>
            <a:ext cx="3602736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★1 경계 5 module ≈ 1.0 MM(1인 1개월) · 설계 component 12~14개의 약 1/3</a:t>
            </a:r>
          </a:p>
        </p:txBody>
      </p:sp>
      <p:sp>
        <p:nvSpPr>
          <p:cNvPr id="50" name="Oval 49"/>
          <p:cNvSpPr/>
          <p:nvPr/>
        </p:nvSpPr>
        <p:spPr>
          <a:xfrm>
            <a:off x="384048" y="6332220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291072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2" name="Diamond 51"/>
          <p:cNvSpPr/>
          <p:nvPr/>
        </p:nvSpPr>
        <p:spPr>
          <a:xfrm>
            <a:off x="1539748" y="6332220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58620" y="6291072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4" name="Isosceles Triangle 53"/>
          <p:cNvSpPr/>
          <p:nvPr/>
        </p:nvSpPr>
        <p:spPr>
          <a:xfrm>
            <a:off x="3028823" y="6332220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7695" y="6291072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6" name="Oval 55"/>
          <p:cNvSpPr/>
          <p:nvPr/>
        </p:nvSpPr>
        <p:spPr>
          <a:xfrm>
            <a:off x="3753358" y="6332220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72230" y="6291072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05840"/>
          <a:ext cx="11457432" cy="4023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노드(SYS-H100). 메모리 6종: HBM 640 GiB · ScHBM 160 GiB · CXL-PNM 512 GiB · DRAM 1 TiB · HBF 2 TiB · SSD 16 TiB(NVMe 16 GB/s).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세션은 8K에서 시작해 턴당 +1.25K(입력 1K + 출력 256), 12턴(종료 약 22K, 평균 약 15K → 이론 모델은 대표 컨텍스트 16K로 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60 s + 응답 4.7 s) ≈ 120(B0) ~ 390(후보 최대)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메모리 운용 계획 (아직 미실행, 가정)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ScHBM(내부 6.7 TB/s, 연산 198 TFLOPS, GPU 직접 접근 불가): 복원해 쓰는 warm tier와 Attention을 그 자리에서 수행(offload)하는 두 경로를 비교. CXL-PNM(512 GiB, 연산 3.3 TFLOPS): 유휴 KV 대용량 보관 tier. HBF(2 TiB, GPU 직접 1 TB/s, 쓰기 50 GB/s·수명 100 PB): 읽기 위주 KV(공유 문서 chunk, DP3)를 두고 쓰기량·수명 소모를 같이 측정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구간별 적용: P1 유휴→복귀(DP1) tier 선택·복원 vs offload, P3 공유 문서 wave(DP3) HBF 배치. 측정: tier별 점유·복원 지연, HBF 쓰기량, offload 비율. B1(C안)은 같은 6종을 고정 순서 LRU(HBM→HBF→DRAM→CXL-PNM→ScHBM→SSD)의 용량 tier로만 사용 [순서는 제안]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중 KV 풀(가중치·활성값 제외)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 구간·SLO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Max SLO goodput = TTFT P99 ≤ 2 s·TPOT P99 ≤ 50 ms를 모델의 대기열식으로 실제 만족하는 최대 처리율. Q3: 일반 부하 = B0 Max SLO goodput의 50%, 고부하 = 90% 두 점에서 TTFT·TPOT P99를 잰다(별점은 고부하의 B0 대비 r, 일반 부하는 열화 확인용). SLO: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이론값 TTFT P99(일반→고부하): B0 0.29→1.21 s(×4.2), B1 0.17→0.82 s. 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후보와 같은 메모리 6종(용량·대역폭 동일)을 쓰되 정책만 단순: 고정 순서 LRU로 하위 tier에 이동(턴 종료 시 증분만 기록하는 write-through, 축출은 복사 없이 삭제), 신규 메모리는 용량 tier로만 사용(Attention offload·직접 읽기 활용 없음). 요청 시 동기 복원, prefetch·예측·배치 정책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하드웨어에서 정책만 다르게 하는 대등 비교(C안). 현재 이론값 B1 = B0의 ×2.04는 HBM·DRAM·SSD만 반영한 값으로 LMCache 단일 노드 하한(2.3x)보다 약간 낮으며, 6종 확장 모델은 후보와 함께 반영해야 한다 [잠정]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6053328"/>
            <a:ext cx="1143000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r 1.3로 문헌 ★2 수준(r 2.0)에 못 미치고 처리량(Q1)에서도 ×2.04로 문헌 하단 이하다. 이 시나리오는 세션별 히스토리 재사용만 있어 처리량 이론 상한이 ×4.8이라,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 (시나리오 평균, M/M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Max SLO goodput의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 평균(M/M 환산 병기)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최솟값에서 SLO(TTFT·TPOT P99)를 만족하는 최대 처리율).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3.78 (×2.04,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3.72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7.44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3.72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7.57 (×2.04)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7.44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29.7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6.37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10.3 (×1.61)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12.7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25.5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51.0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보존 동시 세션 수 (HBM 가득 채움, 16K 기준)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170 (2x)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269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404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Q2' HBM 효율(참고)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Max SLO goodput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1.21 s / 25.0 ms (SLO 만족)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0.82 s / 21.0 ms (r 1.32,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0.59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0.13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(환산 M/M)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(≈1.0)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(≈0.6)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(≈0.4)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후보와 같은 메모리 6종(용량·대역폭 동일), 정책만 단순 — 고정 순서 LRU 이동, 턴 종료 시 증분만 write-through, 요청 시 동기 복원, prefetch·예측 없음, 신규 메모리는 용량 tier로만 사용. (현재 이론값은 HBM·DRAM·SSD만 반영한 잠정값)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×2.04(★1, 문헌 중앙값 4x에는 못 미침), Q3 r 1.32(☆). Q1은 이 시나리오의 이론 상한(×4.8)이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2.3x(= B0의 ×4.8),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TTFT P99 ≤ 2 s·TPOT P99 ≤ 50 ms를 만족하는 최대 λ (query/s)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Max SLO goodput의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⑥ Capacity = θ × (HBM 85 + DRAM 184 세션분) ÷ f′ (HBM 가득 채움, SSD 제외, 신규 메모리 미반영 [잠정]). B0는 HBM만 85세션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단순 offloading 이론값은 Q1 ×2.04(문헌 하단 이하), Q3 r 1.3(문헌 ★2 r 2.0 미달)이다. 시나리오·B1 정의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idle 평균 60 s, 공유 문서 30%, 세션 12턴은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환경과 시뮬레이션 정의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doc-mk/Evaluation/DP4/sim (DESIGN_NOTES.md, simulation-plan.md), system-specs.md, project-context GC-1·GC-9. 별점·표 수치는 theory_model.py 이론 예상값, 시뮬레이터 실행 결과는 DP4/results/2026-10-25_dp4-agent-kv-fleet.md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무엇이 실장 장비이고 무엇이 시뮬레이션인지, DP4 시뮬레이터가 무엇을 모델링하는지, 이번 수치가 어디서 나왔는지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1773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4572000"/>
                <a:gridCol w="3108960"/>
                <a:gridCol w="31363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환경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실장 /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수치 산출 (이 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1노드, HBM 640 GiB · DRAM 1 TiB · NVMe 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4노드(P 2 + D 2 고정 역할이 Baseline), 노드 간 링크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노드·메모리는 실장 구성, 노드 간 링크는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1노드(DP1과 같은 구성)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 + CXL 공유 메모리 풀 8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노드는 실장, CXL 풀은 장비가 없어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덱 수치는 이론 예상값. DP4 시뮬레이터로 Agent KV Fleet 실행 완료(별도 결과 문서, Baseline-RDMA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566928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DP4 시뮬레이터(레포 doc-mk/Evaluation/DP4/sim)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방식: 이산 사건 시뮬레이터(DES). P/D 분리 클러스터에서 세 가지 구성(Baseline-RDMA, 중앙 직렬화 C1, 분산 락 C2)을 같은 요청 흐름으로 비교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링크: 선입선출 유체 서버(FIFO fluid server). 노드 egress/ingress, CXL 풀 집계 대역폭을 공유 자원으로 모델링, 활성 전송은 공정 분할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decode: processor sharing. prefill·decode 단계 시간은 DP1 모델(`dp1_bridge`)을 그대로 가져와 DP 간 물리가 같다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lookup · publish · pin · unpin 연산별 지연. 중앙 RPC 약 2~7 µs, 분산 락 2.6~804 µs(P99)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파라미터: 전부 값·범위·출처(PAPER / SPEC / ASSUMED)를 기록. 결과를 본 뒤 바꾸지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반복: seed 5개(11, 23, 37, 53, 71), 부하 격자 ×0.5~×8, 95% 신뢰구간, 요청별 SLO로 goodput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063240"/>
            <a:ext cx="557784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CXL 풀 모델과 가정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풀 8 TiB, 노드당 어댑터 2개(PCIe 5.0 x16, 각 63 GB/s), 풀 집계 1 TB/s, 유효 효율 0.5 [ASSUMED] → 노드 유효 약 63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접근 지연은 제어 평면 비용과 데이터 이동 시간으로 반영. 풀 용량 한계와 HBM OOM은 미반영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미반영: CXL 스위치 혼잡, 메모리 뱅크 경합, 락 매니저 스레드의 CPU 스케줄링 간섭, 풀 장치 장애, 전력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이번 수치의 위치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이 덱의 별점·표 값은 theory_model.py 이론 예상값이다(GPU-only B0 기준). 시뮬레이터 Baseline-RDMA는 B0도 B1도 아니라(HBM 용량 압박·DRAM/SSD tier 미모델링) 직접 대체하지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시뮬레이터 실행(2026-10-25, Agent KV Fleet 16K/10턴/노드 2~16, seeds 5): Baseline-RDMA 대비 goodput H100 x1.00(N=4)·x1.2(N=8)·x1.4(N=16), B200 x0.51(CXL ingress 포화). 상세 DP4/results/2026-10-25_dp4-agent-kv-fleet.md. 이론 모델과는 기준·유휴 모델(sim 8 s vs 60 s)이 달라 대조 불가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노드·HBM·DRAM·SSD는 실장 장비라 DP1·DP3와 B0·B1 값은 실측으로 검증해 모델 파라미터를 보정할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SSD 16 TiB(NVMe 16 GB/s), 신규 메모리는 다음 페이지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8K 시작·턴당 +1.25K·12턴(평균 약 15K→16K로 계산), 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120(B0)~390(후보 최대) → KV 0.6~1.9 TiB(HBM 전체 640 GiB 중 KV 풀 425 GiB의 1.4~4.6배, 후보 최대는 HBM+DRAM 1.35 TiB도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3.78 query/s (×2.04,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3.96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×2.13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3.99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×2.14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296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×3.5 · 경쟁 기술 대비 ×1.10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350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×4.1 · 경쟁 기술 대비 ×1.30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Max SLO goodput의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1.21 s · TPOT 25.0 ms (SLO 만족)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0.82 s · TPOT 21.0 ms (r 1.32,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0.80 s · TPOT 20.9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1.34(TTFT -33%)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0.80 s · TPOT 20.9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1.34(TTFT -34%)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 (기존 구현 측정, M/M은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×2.13(1안)·×2.14(2안), TTFT P99 r 1.34·1.34로 경쟁 기술(단순 offloading, ×2.04·r 1.32)과 같은 수준이다(처리량 ★1, 지연 ☆). 경쟁 기술 대비 처리량 +5%·+5%, TTFT -2%·-2%.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Capacity는 2안(데이터 특성 기반)이 배치 효율 θ가 높아 ×4.1로 1안(×3.5)보다 많은 세션을 보존한다. 지연은 prefetch(적시 60%)를 쓰는 2안이 앞서지만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 클러스터(실장 구성 기준):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링크 RDMA 50 GB/s [ASSUMED], 결정 비용은 후보 수에 선형(2 ms × N). 수치는 이론 예상값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3.72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7.57 query/s (×2.04,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9.54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×2.56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11.6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×3.13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170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539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647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×3.8 · 경쟁 기술 대비 ×1.20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808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×4.8 · 경쟁 기술 대비 ×1.50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Max SLO goodput의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1.21 s · TPOT 25.0 ms (SLO 만족)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0.82 s · TPOT 21.0 ms (r 1.32,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0.69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1.45(TTFT -42%) · 경쟁 기술 대비 TTFT -15%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0.72 s · TPOT 20.1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1.45(TTFT -41%) · 경쟁 기술 대비 TTFT -12%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52%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-46%p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×2.56(1안)·×3.13(2안)로 경쟁 기술(×2.04)을 넘지만 문헌 중앙값(4x)에는 못 미쳐 ★1~★1.5.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52%, 2안은 worker 분산으로 97%. Capacity는 유휴 P 노드 tier를 쓰는 2안이 ×4.8로 1안(×3.8)보다 많은 세션을 보존한다(활용 비율 u_P 0.5 대 0.2 [가정]).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3.78 query/s (×2.04,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5.71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×3.07 · 경쟁 기술 대비 +51%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6.00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×3.23 · 경쟁 기술 대비 +59%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×4.5 · 경쟁 기술 대비 ×1.43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×4.5 · 경쟁 기술 대비 ×1.43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Max SLO goodput의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1.21 s · TPOT 25.0 ms (SLO 만족)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0.82 s · TPOT 21.0 ms (r 1.32,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0.55 s · TPOT 20.2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1.64(TTFT -54%) · 경쟁 기술 대비 TTFT -32%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0.52 s · TPOT 20.2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1.70(TTFT -57%) · 경쟁 기술 대비 TTFT -37%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×3.07~×3.23(★1.5~★1.5), TTFT P99 r 1.64~1.70(★1~★1.5). 경쟁 기술(×2.04) 대비 처리량 +51%~+59%.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Capacity는 두 안 모두 공유 문서 1회 보관(dedup 0.70)으로 ×4.5(HBM 가득 채움 기준이라 두 안 차이가 사라진다). 안 간 처리량 차이는 링크 병목 구간이라 거의 없고, 1안의 고부하 tail 발산은 B0 Max SLO goodput 90% 부하에서는 나타나지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4노드(실장) + CXL 공유 풀 8 TiB(풀 장비가 없어 시뮬레이션 대상, 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공유. 풀·제어 평면은 DP4 시뮬레이터 구조와 파라미터를 따르는 이론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6.37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10.3 query/s (×1.61,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21.5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×3.38 · 경쟁 기술 대비 +109%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21.5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×3.38 · 경쟁 기술 대비 +109%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Max SLO goodput의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1.21 s · TPOT 25.0 ms (SLO 만족)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1.18 s · TPOT 22.3 ms (r 1.07,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0.33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2.09(TTFT -72%) · 경쟁 기술 대비 TTFT -72%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0.34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2.08(TTFT -72%) · 경쟁 기술 대비 TTFT -71%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×3.38(★1.5), TTFT P99 r 2.09(★2). 경쟁 기술 대비 처리량 +109%.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1.86→3.96 query/s (×2.13)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85→296 세션 (×3.5)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TTFT 1.2→0.8 s (r 1.34)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1.86→3.99 query/s (×2.14)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85→350 세션 (×4.1)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TTFT 1.2→0.8 s (r 1.34)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3.72→9.54 query/s (×2.56)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170→647 세션 (×3.8)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TTFT 1.2→0.7 s (r 1.45)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98→52%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3.72→11.6 query/s (×3.13)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170→808 세션 (×4.8)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1.2→0.7 s (r 1.45)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1.86→5.71 query/s (×3.07)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85→385 세션 (×4.5)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1.2→0.6 s (r 1.64)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1.86→6.00 query/s (×3.23)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85→385 세션 (×4.5)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TTFT 1.2→0.5 s (r 1.70)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6.37→21.5 query/s (×3.38)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1.2→0.3 s (r 2.09)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6.37→21.5 query/s (×3.38)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1.2→0.3 s (r 2.08)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★1(×2.04), Q3 ☆(r 1.32),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12 / 28. Capacity(Q2)는 소유자 별이 아직 없어 제외했다. 안 간 순위·차이는 각 DP 페이지의 값을 본다.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Max SLO goodput을 SLO 만족 기준으로 정정한 뒤(2026-10-27) B0가 90% 부하에서도 SLO 안이라 Q3 개선 r이 작아졌고 대부분 ☆~★1.5로 내려갔다.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에이전트 토큰 비용 (참고 지표, 별점 아님)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산식·상수: DP1 qa4-preregistration M3(상수는 ASSUMED, 가격만 현행 Sonnet 5.5로 교체) · 가격: Anthropic 공개 가격표 Sonnet 5.5 입력 $2 · 캐시 읽기 $0.20 · 출력 $10 / MTok. 실제 에이전트 실행 측정이 아니다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Claude Sonnet 5.5로 module n개를 변경할 때 코드 에이전트 1세션의 토큰·비용 추정 — 별점 조건이 될 수 없는 이유 포함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371600"/>
                <a:gridCol w="2651760"/>
                <a:gridCol w="1828800"/>
                <a:gridCol w="2011680"/>
                <a:gridCol w="167335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module 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M/M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총 토큰 (입력+캐시+출력)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비용 (Sonnet 5.5)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재시도·탐색 ×3일 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별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1.16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1.58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$1.94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(DP1 1안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0.72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$0.82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(DP1 2안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337560"/>
            <a:ext cx="11430000" cy="1097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추정 방법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비용 = 입력 컨텍스트 × $2 + 턴 수 × 컨텍스트 × $0.20(캐시 읽기) + 출력 × $10 (MTok 단위). 컨텍스트 = 시스템·도구 25k + 읽는 코드(1.5 × 12 token/LOC × module당 356 LOC × n).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턴 수 = 10 + 5n, 출력 = 작성(12 token/LOC × 24 LOC × n × 작성·수정 2회) + 턴당 300 token. 356 LOC = vLLM 최상위 KV connector 중앙값. 상수는 모두 가정(ASSUMED)이며 에이전트 실행으로 확인한 값이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526280"/>
            <a:ext cx="11457432" cy="178308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20140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토큰 비용을 별점 조건으로 쓰지 않는 이유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① 비용 ≠ 공수. 토큰 비용은 돈이고, 변경 용이성이 묻는 것은 사람이 들이는 시간이다. 에이전트가 코드를 써도 사람이 설계 적합성 리뷰·통합 테스트·승인을 해야 하므로 공수는 어떤 경우에도 0이 되지 않는다. 그 공수는 module 수에 따라 늘어난다(module 1개 = 0.2 MM).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② 후보를 가르지 못한다. 5개 module을 바꿔도 $0.65, 2개면 $0.30로 사람 공수(1.0 MM vs 0.4 MM)에 비해 사실상 무시할 수준이고, DP1 두 안의 차이는 $0.07에 불과하다.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③ 가격에 종속된다. 모델·가격표가 바뀌면 같은 설계의 별이 바뀐다(후보 간 순위는 같은 모델 안에서는 그대로). 설계 품질이 아닌 시장 가격이 별을 정하게 된다.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>
                <a:solidFill>
                  <a:srgbClr val="000000"/>
                </a:solidFill>
                <a:latin typeface="맑은 고딕"/>
                <a:ea typeface="맑은 고딕"/>
              </a:rPr>
              <a:t>④ 그래서 참고 지표로 둔다: 'AI 에이전트로 변경해도 비용 부담이 크지 않다'는 보조 근거로만 쓰고, 판정은 module 수(사람 리뷰 범위의 대리 지표)로 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Capacity (동시 세션 수용량)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경쟁 기술의 구조(HBM 밖 KV를 호스트 DRAM에 보관)에서 용량을 계산. 문헌 중 '같은 HBM의 동시 세션 N배'를 직접 보고한 것은 확인하지 못했다(LMCache·Ray 문서는 정성, AttentionStore는 hit rate). 값은 theory_model.py 이론 계산 [잠정]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같은 HBM에서 KV를 보존한 채 재개 가능한 최대 동시 세션 수의 증가율 — ★2는 경쟁 기술(호스트 DRAM offloading) 구조에서 계산한 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11430000" cy="6583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[Metric] R_cap = 보존 세션 수(후보) ÷ 보존 세션 수(B0 GPU-only).  </a:t>
            </a:r>
            <a:r>
              <a:rPr sz="919" b="0">
                <a:solidFill>
                  <a:srgbClr val="000000"/>
                </a:solidFill>
                <a:latin typeface="맑은 고딕"/>
                <a:ea typeface="맑은 고딕"/>
              </a:rPr>
              <a:t>[QA] Capacity / 동일 메모리 하 최대 동시 세션 수.  [측정] SLO 만족 최대 동시 세션 수 ≥ Baseline 대비 2x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404040"/>
                </a:solidFill>
                <a:latin typeface="맑은 고딕"/>
                <a:ea typeface="맑은 고딕"/>
              </a:rPr>
              <a:t>세션 = 컨텍스트 KV를 보존 중인 요청(HBM뿐 아니라 offload된 세션 포함, 재계산이 필요한 세션은 제외). 16K 세션 = 5.0 GiB, HBM KV 풀 425 GiB = 85세션, 호스트 DRAM 922 GiB = 184세션분(SYS-H100)</a:t>
            </a:r>
          </a:p>
        </p:txBody>
      </p:sp>
      <p:graphicFrame>
        <p:nvGraphicFramePr>
          <p:cNvPr id="8" name="tbl"/>
          <p:cNvGraphicFramePr>
            <a:graphicFrameLocks noGrp="1"/>
          </p:cNvGraphicFramePr>
          <p:nvPr/>
        </p:nvGraphicFramePr>
        <p:xfrm>
          <a:off x="365760" y="1737360"/>
          <a:ext cx="11457432" cy="21762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31520"/>
                <a:gridCol w="1737360"/>
                <a:gridCol w="6400800"/>
                <a:gridCol w="258775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(R_cap)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4.75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기술의 고성능 구성: 호스트 DRAM을 2 TiB(DGX급)로 늘린 offloading은 ×5.3. ★3 = ★2 × 1.5 = ×4.8(Q2·Q3와 같은 규칙)로 이 고성능 구성보다 약간 낮게 잡았다. HBF·CXL-PNM 같은 신규 메모리를 보존 tier로 쓰면 초과 가능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계산(system-specs DRAM 1 TiB → 2 TiB 가정) · 규칙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3.88 ≤ R &lt; 4.75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 √(3.17 × 4.75) = 3.88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3.17 ≤ R &lt; 3.88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기술(KV offload) 수준: HBM 밖 KV를 호스트 DRAM(922 GiB)에 보관하면 (425+922)÷425 = ×3.17. LMCache·vLLM offloading connector·Ray Serve 문서가 'CPU 메모리를 KV 용량 확장에 쓴다'고 밝힘(정성)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계산(HBM 풀 425 GiB, DRAM 922 GiB) · LMCache(2510.09665), Ray Serve LLM, vLLM offloading connector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EF5E0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2.52 ≤ R &lt; 3.17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 √(2.0 × 3.17) = 2.52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동일 HBM에서 동시 세션 2배 이상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요구사항 QA-06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FD5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160520"/>
            <a:ext cx="576072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(R_cap, log 축)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98264"/>
            <a:ext cx="219317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398264"/>
            <a:ext cx="219317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4656" y="4398264"/>
            <a:ext cx="728370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4656" y="4398264"/>
            <a:ext cx="72837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3027" y="4398264"/>
            <a:ext cx="72837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3027" y="4398264"/>
            <a:ext cx="72837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1398" y="4398264"/>
            <a:ext cx="641463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1398" y="4398264"/>
            <a:ext cx="641463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2861" y="4398264"/>
            <a:ext cx="641463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2861" y="4398264"/>
            <a:ext cx="641463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44324" y="4398264"/>
            <a:ext cx="73643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4324" y="4398264"/>
            <a:ext cx="73643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16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7543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7793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3839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4672583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04656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333027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061398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702861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44324" y="4809744"/>
            <a:ext cx="0" cy="585215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Diamond 32"/>
          <p:cNvSpPr/>
          <p:nvPr/>
        </p:nvSpPr>
        <p:spPr>
          <a:xfrm>
            <a:off x="2545220" y="486003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77808" y="4828031"/>
            <a:ext cx="1936115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262626"/>
                </a:solidFill>
                <a:latin typeface="맑은 고딕"/>
                <a:ea typeface="맑은 고딕"/>
              </a:rPr>
              <a:t>Stakeholder 요구: 동시 세션 2배 (QA-06)</a:t>
            </a:r>
          </a:p>
        </p:txBody>
      </p:sp>
      <p:sp>
        <p:nvSpPr>
          <p:cNvPr id="35" name="Isosceles Triangle 34"/>
          <p:cNvSpPr/>
          <p:nvPr/>
        </p:nvSpPr>
        <p:spPr>
          <a:xfrm>
            <a:off x="4001962" y="504748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8666" y="5010912"/>
            <a:ext cx="2989579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262626"/>
                </a:solidFill>
                <a:latin typeface="맑은 고딕"/>
                <a:ea typeface="맑은 고딕"/>
              </a:rPr>
              <a:t>호스트 DRAM 1 TiB offloading ×3.17 (HBM 425 + DRAM 922 GiB)</a:t>
            </a:r>
          </a:p>
        </p:txBody>
      </p:sp>
      <p:sp>
        <p:nvSpPr>
          <p:cNvPr id="37" name="Isosceles Triangle 36"/>
          <p:cNvSpPr/>
          <p:nvPr/>
        </p:nvSpPr>
        <p:spPr>
          <a:xfrm>
            <a:off x="5651903" y="523036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30977" y="5193792"/>
            <a:ext cx="1807209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262626"/>
                </a:solidFill>
                <a:latin typeface="맑은 고딕"/>
                <a:ea typeface="맑은 고딕"/>
              </a:rPr>
              <a:t>호스트 DRAM 2 TiB급 offloading ×5.3</a:t>
            </a:r>
          </a:p>
        </p:txBody>
      </p:sp>
      <p:sp>
        <p:nvSpPr>
          <p:cNvPr id="39" name="Oval 38"/>
          <p:cNvSpPr/>
          <p:nvPr/>
        </p:nvSpPr>
        <p:spPr>
          <a:xfrm>
            <a:off x="384048" y="5463539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22391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41" name="Diamond 40"/>
          <p:cNvSpPr/>
          <p:nvPr/>
        </p:nvSpPr>
        <p:spPr>
          <a:xfrm>
            <a:off x="1539748" y="5463539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58620" y="5422391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43" name="Isosceles Triangle 42"/>
          <p:cNvSpPr/>
          <p:nvPr/>
        </p:nvSpPr>
        <p:spPr>
          <a:xfrm>
            <a:off x="3028823" y="5463539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47695" y="5422391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45" name="Oval 44"/>
          <p:cNvSpPr/>
          <p:nvPr/>
        </p:nvSpPr>
        <p:spPr>
          <a:xfrm>
            <a:off x="3753358" y="5463539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72230" y="5422391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4114800"/>
            <a:ext cx="5486400" cy="23774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측정 조건과 근거의 한계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000000"/>
                </a:solidFill>
                <a:latin typeface="맑은 고딕"/>
                <a:ea typeface="맑은 고딕"/>
              </a:rPr>
              <a:t>• HBM을 가득 채웠을 때 측정(설계 watermark 무관). 반환 세션 KV 보존율 ≥ 95%이고 재개 TTFT P99 ≤ 2 s인 최대 세션 수. SSD는 보존 용량에서 제외(포함하면 Q1과 중복)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C00000"/>
                </a:solidFill>
                <a:latin typeface="맑은 고딕"/>
                <a:ea typeface="맑은 고딕"/>
              </a:rPr>
              <a:t>• 문헌이 '같은 HBM의 동시 세션 N배'를 직접 보고한 값은 찾지 못했다. AttentionStore는 hit rate(86~90%, DRAM+디스크), Pensieve는 GPU+CPU 다단 캐시, FlexGen은 batch 256(throughput 영역)이라 R_cap과 단위가 다르다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000000"/>
                </a:solidFill>
                <a:latin typeface="맑은 고딕"/>
                <a:ea typeface="맑은 고딕"/>
              </a:rPr>
              <a:t>• 따라서 ★2는 문헌 수치가 아니라 경쟁 기술 구조에서의 계산값, ★3은 ★2 × 1.5 규칙과 DRAM 2 TiB급 구성이다. 호스트 DRAM 용량(1 TiB, 2 TiB)이 바뀌면 경계도 바뀐다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C00000"/>
                </a:solidFill>
                <a:latin typeface="맑은 고딕"/>
                <a:ea typeface="맑은 고딕"/>
              </a:rPr>
              <a:t>• 신규 메모리(ScHBM·CXL-PNM·HBF)를 보존 tier로 셀지는 미정. 지금은 HBM·DRAM만 센 잠정 경계다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시스템 구성 (노드 1대, SYS-H100, 메모리 6종 + SSD)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doc-mk/Evaluation/DP1/sim/configs/memories_default.json · system-specs.md SYS-H100. 신규 메모리 4종(ScHBM, CXL-PNM, HBF, SSD-PIM)은 과거 세대가 없어 같은 장치를 쓰고 host link BW만 스케일(ASSUMED)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기존 HBM·DRAM·SSD에 신규 target 메모리(ScHBM, CXL-PNM, HBF)까지 포함한 이기종 메모리 구성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175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800"/>
                <a:gridCol w="1097280"/>
                <a:gridCol w="868680"/>
                <a:gridCol w="868680"/>
                <a:gridCol w="640080"/>
                <a:gridCol w="1097280"/>
                <a:gridCol w="1188720"/>
                <a:gridCol w="386791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메모리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외부 BW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내부 BW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GPU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연산(FP16)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특성 / 이 평가에서의 쓰임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(HBM3)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640 GiB (8×80)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26.8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26.8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온패키지. 활성 KV 위치. KV 풀 ≈ 425 GiB (가중치 131·활성값 20 GiB 제외)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Samsung Custom HBM (ScHBM)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63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6.7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 (host 2홉)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197.8 TFLOPS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내부 BW 대비 외부 BW 비대칭 100배 이상. Attention 연산 offload 가능(QK·Softmax·AV)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CXL-PNM (LPDDR5X)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512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63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3.28 TFLOPS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대용량 연산형 확장 메모리. Attention offload 가능(연산 낮음)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DRAM (DDR5-4800)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CPU 주 메모리. 기존 offloading의 1차 하위 tier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HBF (고대역 플래시)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 (UCIe 직결)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HBM과 SSD 사이 용량 계층. 읽기는 빠르나 쓰기 50 GB/s·수명 100 PB → 왕복이 잦은 KV는 부적합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SSD (NVMe PCIe5 x4, SSD-PIM)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60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TFLOPS (GEMV 한정)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장기 보관. 쓰기 증폭 4배·수명 10 PB. 연산은 Vector DB 유사도에만 사용(KV Attention 불가)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1143000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 덱의 이론 값이 반영한 메모리와 반영하지 않은 메모리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반영: HBM, DRAM, SSD(링크 16 GB/s×0.8). B0 = HBM만, 경쟁 기술 B1 = HBM→DRAM→SSD 단순 offloading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미반영: ScHBM, CXL-PNM, HBF. 이 메모리를 후보 설계가 어떻게 쓰는지(보존 tier, Attention offload, GPU 직접 읽기)와 B1이 이 메모리를 어떻게 쓰는지 정해야 모델에 넣을 수 있다. 따라서 현재 후보 값은 기존 3 tier 기준의 잠정값이다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 B1은 후보와 같은 메모리 6종(용량·대역폭 동일)을 갖고 정책만 단순하다(C안). 신규 메모리는 용량 tier로만 쓰고 Attention offload·GPU 직접 읽기는 쓰지 않는다. 후보와 B1 모두 같은 모델에서 확장해야 하므로 지금 값은 둘 다 3 tier 기준이다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SSD는 이 시스템 구성에 포함한다(노드당 16 TiB, ASSUMED). 다만 Capacity는 SSD를 보존 용량에서 제외한다(Q1과 중복 방지)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