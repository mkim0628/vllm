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5개, 개발 공수 ≤ 1.0 M/M (변경 시나리오 3종 평균, 두 조건 모두 만족)]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변경 module 수 AND M/M(개발 공수) — 시나리오 평균, 두 지표 중 낮은 별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 (평균)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(M/M,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file·32.8 line ≈ 0.32 MM(아래 공식 환산). 0.5 MM = 1인 2주 sprint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module: 설계 component 12~14개 중 5개(36~42%) 초과 시 확장 지점이 없다고 본다. M/M: vLLM 최상위 KV connector 중앙값 356 LOC를 1개 신규 구현하는 비용 ≈ 1.0 MM(공식 환산) = 1인 1개월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항목이라도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M/M = [ module 수 n × module당 고정 공수 3일 + 추가 LOC L ÷ 하루 생산성 40 LOC × 테스트·리뷰 overhead 2.0 ] ÷ 21일/MM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환산 예: SWE-bench 평균 패치 n=1.7, L=32.8 → 6.7일 = 0.32 MM · vLLM connector 중앙값 n=1, L=356 → 20.8일 = 0.99 MM. (LOC는 실제 vLLM 통합 기준. 시뮬레이터 proxy LOC는 ×5 배율로 환산한다.) 토큰 비용은 기준에서 제외했다.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두 지표의 관계: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module 수 n이 M/M 안에 3일×n으로 들어 있어 독립이 아니다(n=2면 0.29 MM, n=5면 0.71 MM 선점). module 수가 M/M의 하한을 정하고, AND 판정은 'LOC까지 큰 변경'을 추가로 걸러 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54864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① module 수 (시나리오 평균)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4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285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356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427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498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569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52897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251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3605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94314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65022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1392" y="5408676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4836" y="5376672"/>
            <a:ext cx="197840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2664169" y="556869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96757" y="5541264"/>
            <a:ext cx="179704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★2 경계 3 ≈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4205586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57330" y="5705856"/>
            <a:ext cx="203453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★1 경계: component 12~14개 중 5개(36~42%)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09160"/>
            <a:ext cx="566928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② 개발 공수 M/M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18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4108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072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3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3148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49630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6112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2594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9076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Isosceles Triangle 74"/>
          <p:cNvSpPr/>
          <p:nvPr/>
        </p:nvSpPr>
        <p:spPr>
          <a:xfrm>
            <a:off x="7302703" y="540410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35291" y="5376672"/>
            <a:ext cx="155955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환산 0.32 MM</a:t>
            </a:r>
          </a:p>
        </p:txBody>
      </p:sp>
      <p:sp>
        <p:nvSpPr>
          <p:cNvPr id="77" name="Diamond 76"/>
          <p:cNvSpPr/>
          <p:nvPr/>
        </p:nvSpPr>
        <p:spPr>
          <a:xfrm>
            <a:off x="7972044" y="5564123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04632" y="5541264"/>
            <a:ext cx="123571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2주 sprint (★3 경계)</a:t>
            </a:r>
          </a:p>
        </p:txBody>
      </p:sp>
      <p:sp>
        <p:nvSpPr>
          <p:cNvPr id="79" name="Diamond 78"/>
          <p:cNvSpPr/>
          <p:nvPr/>
        </p:nvSpPr>
        <p:spPr>
          <a:xfrm>
            <a:off x="9831324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63912" y="5705856"/>
            <a:ext cx="98958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1개월 (★1 경계)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03336" y="5916168"/>
            <a:ext cx="334670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403336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750040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58967" y="5870448"/>
            <a:ext cx="237121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vLLM connector 신규 구현 0.60(192 LOC)~2.98(1,190 LOC) MM</a:t>
            </a:r>
          </a:p>
        </p:txBody>
      </p:sp>
      <p:sp>
        <p:nvSpPr>
          <p:cNvPr id="85" name="Oval 84"/>
          <p:cNvSpPr/>
          <p:nvPr/>
        </p:nvSpPr>
        <p:spPr>
          <a:xfrm>
            <a:off x="6144768" y="61219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60807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87" name="Diamond 86"/>
          <p:cNvSpPr/>
          <p:nvPr/>
        </p:nvSpPr>
        <p:spPr>
          <a:xfrm>
            <a:off x="7300468" y="61219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19340" y="60807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89" name="Isosceles Triangle 88"/>
          <p:cNvSpPr/>
          <p:nvPr/>
        </p:nvSpPr>
        <p:spPr>
          <a:xfrm>
            <a:off x="8789543" y="61219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8415" y="60807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91" name="Oval 90"/>
          <p:cNvSpPr/>
          <p:nvPr/>
        </p:nvSpPr>
        <p:spPr>
          <a:xfrm>
            <a:off x="9514078" y="61219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32950" y="60807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B0 포화 부하의 90% 고정 부하.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수·M/M (시나리오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수·M/M 평균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· M/M (절대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· ≤1.0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· ≤0.75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· ≤0.5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수·M/M (기존 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