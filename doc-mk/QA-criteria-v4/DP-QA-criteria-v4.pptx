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33" r:id="rId9"/>
    <p:sldId id="961" r:id="rId10"/>
    <p:sldId id="724" r:id="rId11"/>
    <p:sldId id="722" r:id="rId12"/>
    <p:sldId id="972" r:id="rId28"/>
    <p:sldId id="962" r:id="rId18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1.76→4.32 query/s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1.76→4.35 query/s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3.52→10.4 query/s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3.52→12.7 query/s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1.76→5.71 query/s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1.76→5.91 query/s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1.76 query/s → ★1 ≥ 3.52 · ★2 ≥ 7.04 · ★3 ≥ 14.1 query/s. 이 시나리오의 이론값: B1 ×2.35(4.13 query/s),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14.1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10.0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7.04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4.93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3.52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초당 처리 수(query/s)로 센다(1 query = 요청 1건 = 1 turn, 출력 256 token).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28.2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25.0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50.0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4.32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10.4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12.7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5.91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query/s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1.76→4.32 query/s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1.76→4.35 query/s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3.52→10.4 query/s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3.52→12.7 query/s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1.76→5.71 query/s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1.76→5.91 query/s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