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33" r:id="rId9"/>
    <p:sldId id="961" r:id="rId10"/>
    <p:sldId id="724" r:id="rId11"/>
    <p:sldId id="722" r:id="rId12"/>
    <p:sldId id="972" r:id="rId28"/>
    <p:sldId id="962" r:id="rId18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451→1,107 tok/s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425→340 GiB (−20%)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451→1,115 tok/s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425→404 GiB (−5%)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901→2,667 tok/s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850→722 GiB (−15%)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901→3,254 tok/s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850→782 GiB (−8%)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451→1,462 tok/s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425→255 GiB (−40%)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451→1,512 tok/s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425→319 GiB (−25%)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1,601→4,941 tok/s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B0 451 tok/s → ★1 ≥ 901 · ★2 ≥ 1,802 · ★3 ≥ 3,605 tok/s. 이 시나리오의 이론값: B1 ×2.35(1,058 tok/s),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3,605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2,568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1,802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1,262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901 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file(2개 이하). 0.4 MM ≈ 1인 2주 미만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component 12~14개 중 약 1/4(3개)까지만 바뀌면, 변경이 설계의 한 묶음(한 Plane 또는 한 Layer. 예: 정책 계층만, 데이터 경로만) 안에서 끝난다고 본다. 3개 ≈ 0.6 MM = 1인 약 2.5주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설계 component 12~14개 중 약 1/3(5개)까지만 바뀌면 '변경이 설계 일부에 국한된다'고 본다. 6개 이상이면 변경이 설계 전반으로 퍼져 확장 지점이 없는 구조로 판단. 5개 ≈ 1.0 MM = 1인 1개월(한 사람이 한 달 안에 끝낼 수 있는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미충족(변경이 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494690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494690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494690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494690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494690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494690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494690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494690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494690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494690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4690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4690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35838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417820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8013" y="5376672"/>
            <a:ext cx="29352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 module ≈ 0.4 MM)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59612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55955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577443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574243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01218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97103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01218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597103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01218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597103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01218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597103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1,802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3,605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7,209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(tok/s)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3,202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6,403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12,806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510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NVMe 16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1,107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1,115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340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-20% · 경쟁 기술 대비 -20%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404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-5% · 경쟁 기술 대비 -5%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1안(자원 상태 기반)은 HBM -20%(★1)로 자원 효율에서, 2안(데이터 특성 기반)은 prefetch(적시 60%)로 지연에서 앞선다.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2,117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2,667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3,254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850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722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-15% · 경쟁 기술 대비 -15%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782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-8% · 경쟁 기술 대비 -8%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HBM은 두 안 모두 -8%~-15%로 ★1(20%) 미달.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451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1,058 tok/s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1,462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1,512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HBM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시간 평균(GiB), 같은 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GiB (0%,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255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-40% · 경쟁 기술 대비 -40%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319 GiB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-25% · 경쟁 기술 대비 -25%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HBM은 1안 -40%(관련 KV만 보유, ★2), 2안 -25%(사전 보유, ★1).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1,601 tok/s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2,973 tok/s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4,941 tok/s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451→1,107 tok/s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425→340 GiB (−20%)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451→1,115 tok/s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425→404 GiB (−5%)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901→2,667 tok/s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850→722 GiB (−15%)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901→3,254 tok/s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850→782 GiB (−8%)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451→1,462 tok/s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425→255 GiB (−40%)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451→1,512 tok/s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425→319 GiB (−25%)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1,601→4,941 tok/s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