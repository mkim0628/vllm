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73" r:id="rId29"/>
    <p:sldId id="933" r:id="rId9"/>
    <p:sldId id="961" r:id="rId10"/>
    <p:sldId id="724" r:id="rId11"/>
    <p:sldId id="722" r:id="rId12"/>
    <p:sldId id="972" r:id="rId28"/>
    <p:sldId id="962" r:id="rId18"/>
    <p:sldId id="974" r:id="rId30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4237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sz="900"/>
                        <a:t>QA-06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Capacity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메모리 하 최대 동시 세션 수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HBM 용량에서 SLO를 만족하며 동시에 보존·처리 가능한 세션(offload된 KV 보존 세션 포함) 수가 Baseline(GPU-only) 대비 증가해야 한다.</a:t>
                      </a:r>
                      <a:br/>
                      <a:r>
                        <a:rPr sz="900" b="1"/>
                        <a:t>[측정: SLO 만족 최대 동시 세션 수 ≥ Baseline 대비 2x]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10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617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4033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1.76→4.32 query/s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85→296 세션 (×3.5)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1.76→4.35 query/s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85→350 세션 (×4.1)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3.52→10.4 query/s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3.52→12.7 query/s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1.76→5.71 query/s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1.76→5.91 query/s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1.76 query/s → ★1 ≥ 3.52 · ★2 ≥ 7.04 · ★3 ≥ 14.1 query/s. 이 시나리오의 이론값: B1 ×2.35(4.13 query/s),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10.0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7.04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4.93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3.52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05840"/>
          <a:ext cx="11457432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노드(SYS-H100). 메모리 6종: HBM 640 GiB · ScHBM 160 GiB · CXL-PNM 512 GiB · DRAM 1 TiB · HBF 2 TiB · SSD 16 TiB(NVMe 16 GB/s).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운용 계획 (아직 미실행, 가정)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ScHBM(내부 6.7 TB/s, 연산 198 TFLOPS, GPU 직접 접근 불가): 복원해 쓰는 warm tier와 Attention을 그 자리에서 수행(offload)하는 두 경로를 비교. CXL-PNM(512 GiB, 연산 3.3 TFLOPS): 유휴 KV 대용량 보관 tier. HBF(2 TiB, GPU 직접 1 TB/s, 쓰기 50 GB/s·수명 100 PB): 읽기 위주 KV(공유 문서 chunk, DP3)를 두고 쓰기량·수명 소모를 같이 측정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구간별 적용: P1 유휴→복귀(DP1) tier 선택·복원 vs offload, P3 공유 문서 wave(DP3) HBF 배치. 측정: tier별 점유·복원 지연, HBF 쓰기량, offload 비율. B1(C안)은 같은 6종을 고정 순서 LRU(HBM→HBF→DRAM→CXL-PNM→ScHBM→SSD)의 용량 tier로만 사용 [순서는 제안]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후보와 같은 메모리 6종(용량·대역폭 동일)을 쓰되 정책만 단순: 고정 순서 LRU로 하위 tier에 이동(턴 종료 시 증분만 기록하는 write-through, 축출은 복사 없이 삭제), 신규 메모리는 용량 tier로만 사용(Attention offload·직접 읽기 활용 없음).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하드웨어에서 정책만 다르게 하는 대등 비교(C안). 현재 이론값 B1 = B0의 ×2.35는 HBM·DRAM·SSD만 반영한 값으로 LMCache 단일 노드 하한(2.3x) 수준이며, 6종 확장 모델은 후보와 함께 반영해야 한다 [잠정]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28.2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50.0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보존 동시 세션 수 (HBM 가득 채움, 16K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170 (2x)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Q2' HBM 효율(참고)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후보와 같은 메모리 6종(용량·대역폭 동일), 정책만 단순 — 고정 순서 LRU 이동, 턴 종료 시 증분만 write-through, 요청 시 동기 복원, prefetch·예측 없음, 신규 메모리는 용량 tier로만 사용. (현재 이론값은 HBM·DRAM·SSD만 반영한 잠정값)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⑥ Capacity = θ × (HBM 85 + DRAM 184 세션분) ÷ f′ (HBM 가득 채움, SSD 제외, 신규 메모리 미반영 [잠정]). B0는 HBM만 85세션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SSD 16 TiB(NVMe 16 GB/s), 신규 메모리는 다음 페이지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4.32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×3.5 · 경쟁 기술 대비 ×1.10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×4.1 · 경쟁 기술 대비 ×1.30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2안(데이터 특성 기반)이 배치 효율 θ가 높아 ×4.1로 1안(×3.5)보다 많은 세션을 보존한다. 지연은 prefetch(적시 60%)를 쓰는 2안이 앞서지만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12.7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보존 tier 정의(P 노드 합산 / CXL 풀 몫)가 정해져야 계산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보존 tier 정의(P 노드 합산 / CXL 풀 몫)가 정해져야 계산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Capacity는 P 노드 tier를 보존 용량에 합산할지 정해야 해서 산정 보류.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5.91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두 안 모두 공유 문서 1회 보관(dedup 0.70)으로 ×4.5(HBM 가득 채움 기준이라 두 안 차이가 사라진다).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1.76→4.32 query/s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85→296 세션 (×3.5)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1.76→4.35 query/s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85→350 세션 (×4.1)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3.52→10.4 query/s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3.52→12.7 query/s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1.76→5.71 query/s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1.76→5.91 query/s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Capacity (동시 세션 수용량)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★1 = Stakeholder(요구 문구: SLO 만족 최대 동시 세션 ≥ Baseline 대비 2x). ★1.5~★3은 문헌 근거 수집 후 확정(미정). 값은 theory_model.py 이론 계산(HBM·DRAM만, 신규 메모리 미반영) [잠정]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HBM 용량에서 KV를 보존한 채 재개 가능한 최대 동시 세션 수 — HBM 사용량을 줄이는 것이 아니라 같은 HBM에서 더 많이 수용하는 것이 목표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[QA] Capacity  [Refinement] 동일 메모리 하 최대 동시 세션 수  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[Scenario] 동일 HBM 용량에서 SLO를 만족하며 동시에 보존·처리 가능한 세션 수가 Baseline 대비 증가해야 한다.  [측정] SLO 만족 최대 동시 세션 수 ≥ Baseline 대비 2x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세션 = 컨텍스트 KV를 보존 중인 요청. HBM뿐 아니라 offload(DRAM 등)된 세션도 포함한다. 재계산이 필요한 세션은 세지 않는다.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874519"/>
          <a:ext cx="11457431" cy="1655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22960"/>
                <a:gridCol w="3291840"/>
                <a:gridCol w="7342631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R_cap = 보존 세션(후보) ÷ 보존 세션(B0 GPU-only)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 목표. 제안: ★2 × 1.5 ≈ ×4.8 (문헌 근거 수집 후 확정)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기술(KV offload) 수준. 이론 대리 B1 = ×3.2 (HBM+DRAM 단순 offloading). 문헌: 동시 batch·세션 증가 보고(FlexGen, InfiniGen, vLLM PagedAttention 등, 압축 제외)를 수집해 확정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R_cap ≥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동일 HBM에서 동시 세션 2배 이상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R_cap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611880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조건 (확정)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HBM을 가득 채웠을 때 측정한다. 설계의 watermark(HBM을 일부 비워 두는 정책)와 무관하다. 비운 자리를 다른 세션으로 채우면 HBM 사용량은 다시 100%가 되므로, 기존 HBM 사용량 평균(Q2')과는 다른 지표다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반환 세션의 KV 보존율 ≥ 95%(재계산 필요 ≤ 5%)이면서 재개 TTFT P99 ≤ SLO(2 s)일 때만 세션으로 센다. B0는 HBM에서 밀린 세션의 KV가 사라지므로 85세션이 한계다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SSD는 보존 용량에 넣지 않는다(넘치는 KV의 backing store). 포함하면 세션 수가 SSD 링크 처리율로 정해져 Q1과 같아진다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C00000"/>
                </a:solidFill>
                <a:latin typeface="맑은 고딕"/>
                <a:ea typeface="맑은 고딕"/>
              </a:rPr>
              <a:t>• 신규 메모리(ScHBM·CXL-PNM·HBF)를 보존 tier로 셀지는 미정(시스템 구성 페이지 참고). 아래 값은 HBM·DRAM만 센 잠정값이다</a:t>
            </a:r>
          </a:p>
        </p:txBody>
      </p:sp>
      <p:graphicFrame>
        <p:nvGraphicFramePr>
          <p:cNvPr id="10" name="tbl"/>
          <p:cNvGraphicFramePr>
            <a:graphicFrameLocks noGrp="1"/>
          </p:cNvGraphicFramePr>
          <p:nvPr/>
        </p:nvGraphicFramePr>
        <p:xfrm>
          <a:off x="6217920" y="3611880"/>
          <a:ext cx="5605272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188720"/>
                <a:gridCol w="13075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구성 (SYS-H100 1노드, 16K 세션 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보존 세션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대비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GPU-only (HBM 425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단순 offloading (HBM+DRAM)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(θ 1.1)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(θ 1.3)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(dedup 0.70)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(dedup 0.70)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/ 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보존 tier 정의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5852160"/>
            <a:ext cx="557784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95959"/>
                </a:solidFill>
                <a:latin typeface="맑은 고딕"/>
                <a:ea typeface="맑은 고딕"/>
              </a:rPr>
              <a:t>θ(배치 효율)·dedup은 가정 파라미터라 DP1 1안 대 2안 순서도 가정에 의존한다. 기존 Q2'(HBM 감소율) 평가 기준 페이지는 참고로 유지한다.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시스템 구성 (노드 1대, SYS-H100, 메모리 6종 + SSD)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doc-mk/Evaluation/DP1/sim/configs/memories_default.json · system-specs.md SYS-H100. 신규 메모리 4종(ScHBM, CXL-PNM, HBF, SSD-PIM)은 과거 세대가 없어 같은 장치를 쓰고 host link BW만 스케일(ASSUMED)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HBM·DRAM·SSD에 신규 target 메모리(ScHBM, CXL-PNM, HBF)까지 포함한 이기종 메모리 구성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97280"/>
                <a:gridCol w="868680"/>
                <a:gridCol w="868680"/>
                <a:gridCol w="640080"/>
                <a:gridCol w="1097280"/>
                <a:gridCol w="1188720"/>
                <a:gridCol w="386791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GPU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연산(FP16)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특성 / 이 평가에서의 쓰임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(HBM3)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640 GiB (8×80)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온패키지. 활성 KV 위치. KV 풀 ≈ 425 GiB (가중치 131·활성값 20 GiB 제외)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 (ScHBM)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6.7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 (host 2홉)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197.8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BW 대비 외부 BW 비대칭 100배 이상. Attention 연산 offload 가능(QK·Softmax·AV)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(LPDDR5X)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대용량 연산형 확장 메모리. Attention offload 가능(연산 낮음)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(DDR5-4800)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CPU 주 메모리. 기존 offloading의 1차 하위 tier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(고대역 플래시)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 (UCIe 직결)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HBM과 SSD 사이 용량 계층. 읽기는 빠르나 쓰기 50 GB/s·수명 100 PB → 왕복이 잦은 KV는 부적합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(NVMe PCIe5 x4, SSD-PIM)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60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TFLOPS (GEMV 한정)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장기 보관. 쓰기 증폭 4배·수명 10 PB. 연산은 Vector DB 유사도에만 사용(KV Attention 불가)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1143000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 덱의 이론 값이 반영한 메모리와 반영하지 않은 메모리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반영: HBM, DRAM, SSD(링크 16 GB/s×0.8). B0 = HBM만, 경쟁 기술 B1 = HBM→DRAM→SSD 단순 offloading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미반영: ScHBM, CXL-PNM, HBF. 이 메모리를 후보 설계가 어떻게 쓰는지(보존 tier, Attention offload, GPU 직접 읽기)와 B1이 이 메모리를 어떻게 쓰는지 정해야 모델에 넣을 수 있다. 따라서 현재 후보 값은 기존 3 tier 기준의 잠정값이다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 B1은 후보와 같은 메모리 6종(용량·대역폭 동일)을 갖고 정책만 단순하다(C안). 신규 메모리는 용량 tier로만 쓰고 Attention offload·GPU 직접 읽기는 쓰지 않는다. 후보와 B1 모두 같은 모델에서 확장해야 하므로 지금 값은 둘 다 3 tier 기준이다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SSD는 이 시스템 구성에 포함한다(노드당 16 TiB, ASSUMED). 다만 Capacity는 SSD를 보존 용량에서 제외한다(Q1과 중복 방지)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