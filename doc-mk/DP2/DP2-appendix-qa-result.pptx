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50" r:id="rId24"/>
    <p:sldId id="651" r:id="rId25"/>
    <p:sldId id="652" r:id="rId26"/>
    <p:sldId id="653" r:id="rId27"/>
    <p:sldId id="65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DP2 평가 결과 - QA별 정량 metric (H100 + B200 통합)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74320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평가 metric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1051560"/>
            <a:ext cx="17373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Baseline-PD-fixed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1051560"/>
            <a:ext cx="347472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C1 스케줄링 시점 결정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1051560"/>
            <a:ext cx="347472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C2 사전 계획 결정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1362456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QA1 Throughput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Max SLO goodput (tok/s) 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1362456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575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1362456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954 (x1.66)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1362456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956 (x1.66)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1837943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QA2 Latency — TTFT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P99 · P50 (ms) 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1837943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P99 2,461 · P50 627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1837943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P99 984 (x0.40) · P50 206 (x0.33)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1837943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P99 1,015 (x0.41) · P50 208 (x0.33)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2313432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QA2 Latency — TPOT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P99 · P50 (ms) 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0" y="2313432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P99 8.9 · P50 5.8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46320" y="2313432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P99 12.0 (x1.34) · P50 5.3 (x0.91)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2313432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P99 12.0 (x1.35) · P50 5.3 (x0.91)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2788920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QA2 별점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6개 지표 개선 배수 geomean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08960" y="278892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x1.00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6320" y="2788920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x1.58 (TTFT x2.83 · TPOT x0.89)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2788920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x1.56 (TTFT x2.77 · TPOT x0.88)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264408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QA3 Resource utilization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useful GPU 사용률 (%) ↑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3264408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43.7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46320" y="3264408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67.0 (x1.52)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21040" y="3264408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66.8 (x1.51)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3739896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QA4 Modifiability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module · 공수(MM) · 에이전트 비용 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08960" y="3739896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3739896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1.50 · 0.27 · $1.03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21040" y="3739896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★★★  1.75 · 0.31 · $1.10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215383"/>
            <a:ext cx="2743200" cy="45720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QA5 Scalability</a:t>
            </a:r>
          </a:p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η (N=32 노드), 결정 지연 ↑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08960" y="4215383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η 1.00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0" y="4215383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  η 0.00 · 결정 64.0 ms(임계 경로)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21040" y="4215383"/>
            <a:ext cx="3474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★  η 0.56 · 결정 0.0 ms(임계 경로)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690871"/>
            <a:ext cx="2743200" cy="329184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별 합계 (QA1~QA5)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08960" y="4690871"/>
            <a:ext cx="17373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46320" y="4690871"/>
            <a:ext cx="3474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4690871"/>
            <a:ext cx="3474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5093207"/>
            <a:ext cx="11430000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00" b="1">
                <a:solidFill>
                  <a:srgbClr val="404040"/>
                </a:solidFill>
                <a:latin typeface="맑은 고딕"/>
                <a:ea typeface="맑은 고딕"/>
              </a:rPr>
              <a:t>시스템: H100x8 (HBM3, PCIe 5.0, DDR5-4800) + B200x8 (HBM3e, PCIe 5.0, DDR5-6400). 노드 = 8-GPU, 6종 메모리, Llama-3.1-70B BF16. 노드 간 링크 RDMA 50 GB/s (ASSUMED). 노드 수 4~6개.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시나리오: 19개 x 2시스템 = 38쌍, 비교 가능 38쌍(포화 0, Baseline 불가 0). 값은 쌍별 값의 기하평균(QA3는 평균), 괄호는 후보 ÷ Baseline(↑ 높을수록 좋음, ↓ 낮을수록 좋음). QA2/QA3는 Baseline의 최적 부하에서 비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교. Evidence [B+C].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989319"/>
            <a:ext cx="11430000" cy="868680"/>
          </a:xfrm>
          <a:prstGeom prst="rect">
            <a:avLst/>
          </a:prstGeom>
          <a:solidFill>
            <a:srgbClr val="E3F1E3"/>
          </a:solidFill>
          <a:ln w="9525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선택: 두 후보가 거의 같다(QA1 x1.66 대 x1.66, C2/C1 goodput x1.002). 이 평가는 C1과 C2를 구분하지 못한다. 차이는 QA5(확장성)에서만 나타난다.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한계: [B] simulation. 별 경계는 DP1 값을 사전 고정. 결정 비용·링크는 ASSUMED. QA2/QA3 iso-load 집계는 첫 결과를 본 뒤 정의(defined_after_first_look). 공통 시나리오에서 QA2는 Baseline보다 나쁘다(다음 장).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DP2 평가 시스템 - 메모리 구성과 노드 간 링크 (H100x8 / B200x8, 값이 다르면 H100 / B200)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19202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메모리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1051560"/>
            <a:ext cx="14630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용량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39" y="1051560"/>
            <a:ext cx="26517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연결 (host와)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1051560"/>
            <a:ext cx="20116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대역폭 (외부 / 내부)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1051560"/>
            <a:ext cx="338328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연산 능력 (FP16)과 지원 연산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1371600"/>
            <a:ext cx="19202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HBM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1371600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640 GiB / 1,536 GiB (G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PU 8장 합)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1371600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GPU 온패키지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137160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26,800 / 64,000 GB/s (GPU 합)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2480" y="1371600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GPU FP16 dense 989 / 2,250 TFLOPS/GPU (참고, 8장 합 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7,912 / 18,000) · GPU가 attention·FFN 실행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1956816"/>
            <a:ext cx="19202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Samsung Custom HBM (ScHBM)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0" y="1956816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160 GiB / 384 GiB (노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드 1개)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1956816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CPU와 PCIe 5.0 x16, GPU→host→ScHBM 2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홉 (GPU 직접 접근 불가)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1956816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63 GB/s / 6,700 / 16,000 GB/s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1956816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197.8 / 450 TFLOPS (GPU 1장의 20%) · QK_GEMM, SOFT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MAX, AV_GEMM, CAUSAL_MASK (attention 오프로드)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2542032"/>
            <a:ext cx="19202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CXL-PNM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2542032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512 GiB (내부 DRAM)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39" y="2542032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CXL 2.0 (PCIe 5.0 PHY), host 경유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2542032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63 GB/s / 400 GB/s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2542032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3.28 TFLOPS (GPU 1장의 0.33% / 0.15%) · QK_GEMM, SO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FTMAX, AV_GEMM, CAUSAL_MASK (attention 오프로드)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127248"/>
            <a:ext cx="19202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DRAM (host)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0" y="3127248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 TiB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9039" y="312724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GPU와 PCIe 5.0 x16 (DDR5)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3127248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64 GB/s / 300 / 400 GB/s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0" y="3127248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3712464"/>
            <a:ext cx="19202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HBF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0" y="3712464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2 TiB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49039" y="371246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GPU 직접 접근 (UCIe), PCIe 아님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3712464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읽기 1,000 GB/s, 쓰기 50 GB/s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12480" y="3712464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297680"/>
            <a:ext cx="192024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SSD-PIM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0" y="4297680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16 TiB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9039" y="4297680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NVMe PCIe 5.0 x4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429768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16 GB/s / 200 GB/s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12480" y="4297680"/>
            <a:ext cx="3383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2 TFLOPS (GPU 1장의 0.2% / 0.089%) · GEMV (벡터 DB 유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사도 계산만)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956048"/>
            <a:ext cx="1143000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00" b="1">
                <a:solidFill>
                  <a:srgbClr val="404040"/>
                </a:solidFill>
                <a:latin typeface="맑은 고딕"/>
                <a:ea typeface="맑은 고딕"/>
              </a:rPr>
              <a:t>DP2에서 추가한 것: 노드 간 KV 전송 링크 RDMA 400G 1 rail = 50 GB/s (ASSUMED, 지연 100 us; sweep 12.5/50/200/400 GB/s). 노드 = 8-GPU TP8 인스턴스 1개, 토폴로지 4P+1D(공통), 2P+2D(Stress/Dynamic). 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노드 NIC out/in, 메모리 Tier 읽기, HBM 쓰기를 max-min 공정 분배 흐름 모델로 공유.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시뮬레이션 반영: DP1과 같은 용량·대역폭·연산 능력·지원 연산. attention 오프로드(ScHBM, CXL-PNM)와 HBF GPU 직접 읽기(Decode attention, 쓰기 비대칭 미반영)는 DP2에서 노드별 Decode 시작 위치 후보로 쓴다. D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ecode 중 Tier 이동(DP1)은 이 평가에 없다(모든 후보가 같은 초기 배치).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미반영: NIXL/RDMA 프로토콜 오버헤드, GPU 내 Prefill/Decode 간섭의 정밀 모델(iteration 합산 근사), prefix cache 공유, 전력. 값의 출처와 ASSUMED 구분은 system-specs.md.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DP2 평가 결과 - QA별로 왜 이런 값이 나왔나 (1/2: 처리량, 지연)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6517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수치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1051560"/>
            <a:ext cx="594360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왜 이런 값이 나왔나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1051560"/>
            <a:ext cx="28346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근거 (시나리오·측정값)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1371600"/>
            <a:ext cx="2651760" cy="17373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QA1 처리량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C1 x1.66 · C2 x1.66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참고: Oracle x1.66 · P-retain x1.43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1371600"/>
            <a:ext cx="5943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비교 가능 38쌍 중 Baseline보다 goodput이 유의하게 높은 쌍이 C1 36, C2 36개(나머지는 동률)이고 진 쌍은 없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다(Baseline이 SLO를 거의 못 지키는 쌍이 많아 배수가 크다).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이득의 큰 출처는 두 가지다. (1) 고정 역할의 낭비: Baseline은 D 노드의 Prefill 능력을 쓰지 않고 P 노드에서만 P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refill한다. Planner는 여유 있는 노드에서 Prefill해 공통 시나리오에서도 x1.3~2.1이 나온다. (2) 위치를 몰라서 생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기는 전송: 링크 경합·긴 History에서 큰 이득.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C1과 C2는 구분되지 않는다(C2/C1 goodput x1.002). Oracle과도 거의 같다: 이 규모에서 결정 시점·결정 지연은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처리량을 바꾸지 못한다.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1371600"/>
            <a:ext cx="283464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링크 경합(B200): Baseline 53 → C1 407 tok/s (7.7배). 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공통 cb_kv_8k_b32 H100 x1.39, B200 x2.08. P-retain은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공통에서 x1.00.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154680"/>
            <a:ext cx="2651760" cy="141732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QA2 TTFT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P99 C1 x0.40 · C2 x0.41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P50 C1 x0.33 · C2 x0.33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3154680"/>
            <a:ext cx="5943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Baseline의 TTFT P99가 큰 시나리오(대형 세션 쏠림, 링크 경합, 긴 History)에서 Planner가 대기·전송이 적은 경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로를 골라 크게 줄인다.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반대로 공통 시나리오에서는 Baseline의 최적 부하에서 TTFT P99가 Baseline보다 나쁘다(Common 집합 x1.50). 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Cost 정의(SLO 분율의 합)가 TPOT 여유를 TTFT와 맞바꾸기 때문이다.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3154680"/>
            <a:ext cx="283464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세 집합 중 Common TTFT P99: Baseline 950 ms → C1 1,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426 ms. 대형 세션 쏠림(B200): 35.0 s → C1 0.11 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617720"/>
            <a:ext cx="2651760" cy="13258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QA2 TPOT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P99 C1 x1.34 · C2 x1.35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P50 C1 x0.91 · C2 x0.91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617720"/>
            <a:ext cx="5943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TPOT P99는 Baseline보다 나빠진다(x1.34). 그러나 값은 12.0 ms로 SLO(50 ms)보다 훨씬 낮다. Cost가 TTFT를 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줄이는 대신 TPOT 여유를 쓰는 선택을 하는 것으로 보인다(요청 단위로 분해하지는 않았다).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중앙값(P50)은 비슷하거나 낫다. 개선 배수 geomean이 1.5를 넘는 것은 TTFT가 크게 줄기 때문이고 TPOT는 x0.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89다.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4617720"/>
            <a:ext cx="283464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참고 P-retain(Prefill 노드 유지): TPOT P99 x0.97, TTFT P9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9 x0.41, QA2 x1.80. 단순 규칙이 QA2에서 C1/C2(x1.58)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보다 높다.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DP2 평가 결과 - QA별로 왜 이런 값이 나왔나 (2/2: 자원, 변경 용이성, 확장성)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265176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수치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1051560"/>
            <a:ext cx="594360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왜 이런 값이 나왔나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1051560"/>
            <a:ext cx="2834640" cy="29260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근거 (시나리오·측정값)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1371600"/>
            <a:ext cx="2651760" cy="141732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QA3 자원 활용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C1 x1.52 · C2 x1.51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43.7% → 67.0% / 66.8%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1371600"/>
            <a:ext cx="5943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useful 사용률은 SLO를 만족한 토큰의 GPU 시간만 센다. Baseline은 P 풀 20%·D 풀 85%로 풀 간 불균형이 크다.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Planner는 P 풀 65%·D 풀 82%로 균형을 맞춘다.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처리량과 상관이 강한 지표다(SLO 만족 토큰이 늘어난 만큼 사용률이 오른다). 독립 근거로 읽지 말 것.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1371600"/>
            <a:ext cx="283464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Turn당 노드 간 KV 이동량: Baseline 14.6 GiB → C1 4.7 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GiB. 노드 간 P 부하 CV 0.24 → 0.07.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834640"/>
            <a:ext cx="2651760" cy="13258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QA4 변경 용이성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C1 1.50 · C2 1.75 module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공수 0.27 / 0.31 MM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2834640"/>
            <a:ext cx="5943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변경 시나리오 4종(새 Tier, 새 Cost 항, Selector 교체, 새 telemetry 신호)을 시뮬레이터 복사본에 구현해 측정했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다. 세 시나리오는 공통 Cost Model·Selector·Resource Intelligence만 건드려 C1과 C2가 같다.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새 telemetry 신호만 C2가 한 module 더 든다: 사전 계획이 쓰는 planner ledger view가 새 필드를 복사해야 한다.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이 simulator에서는 C1/C2가 코드를 크게 공유해 차이가 작다. 공수·비용은 가정 상수다.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2834640"/>
            <a:ext cx="283464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새 Tier: C1 2 / C2 2 module. 새 Cost 항 1/1. Selector 교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체 1/1. 새 신호 2/3.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206240"/>
            <a:ext cx="2651760" cy="17373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QA5 확장성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η(N=32), 결정 지연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C1 ★ η 0.00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C2 ★ η 0.56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206240"/>
            <a:ext cx="5943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N=32 노드에서 η는 Baseline 1.00(역할 고정이라 노드가 늘어도 선형), C1 0.00, C2(worker 4) 0.56(worker 16 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0.64). 결정 비용을 후보 수(노드²×Tier)에 선형(1 ms @ 64 후보)으로 가정하면 N=32의 결정 1건이 C1은 64 ms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다. 단일 scheduler가 포화해 SLO 만족 goodput이 0이 된다. C2는 planner worker로 지연을 숨기지만 plan 생성 처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리량이 도착률을 못 따라간다.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top-k=8 pruning을 쓰면 결정 지연이 5.1 ms로 고정되고 N=32에서 C1 η 1.00, C2 η 0.94. 두 후보 모두 pruning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이 사실상 필수다. 값은 비용 가정(ASSUMED)에 의존한다(문서 4.7).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4206240"/>
            <a:ext cx="283464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N=32 goodput: Baseline 12,174, C1 0, C2 15,638 tok/s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. 결정 지연(평균) C1 64 ms. 노드당 부하 grid 끝에서 pea</a:t>
            </a:r>
          </a:p>
          <a:p>
            <a:pPr algn="l"/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k가 나온 경우가 있어 η는 잡음 ±0.1 정도.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989320"/>
            <a:ext cx="2651760" cy="86868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결론: trade-off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성능 ≫ Baseline, C1≈C2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5989320"/>
            <a:ext cx="5943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두 후보 모두 Baseline 대비 처리량·TTFT·사용률을 크게 높이고 TPOT 여유를 쓴다. C1/C2 차이는 이 평가의 노드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수(≤6)에서는 보이지 않고 QA5에서만 보인다.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- 단순한 P-retain 규칙이 QA2에서 더 높다. Cost Model 구조(TTFT/TPOT 가중)가 개선 여지다.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5989320"/>
            <a:ext cx="28346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Cost 기반 Prefill/Decode 실행 계획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DP2 평가에서 고려한 시나리오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51560"/>
            <a:ext cx="1143000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00" b="1">
                <a:solidFill>
                  <a:srgbClr val="404040"/>
                </a:solidFill>
                <a:latin typeface="맑은 고딕"/>
                <a:ea typeface="맑은 고딕"/>
              </a:rPr>
              <a:t>19개 시나리오를 H100과 B200에 각각 돌렸다(38쌍). Common 3 · DP2 Stress 12 · DP2 Dynamic 4. 비교 가능 38쌍, 포화 0쌍, Baseline 불가 0쌍. 부하 sweep은 시나리오별 grid에서 Baseline과 후보에 같게 쓰고 peak가</a:t>
            </a:r>
          </a:p>
          <a:p>
            <a:pPr algn="l"/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grid 끝이면 확장했다. seed 11/23/37/53/71.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1783080"/>
            <a:ext cx="265176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기본 서비스 상황 (공통)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1783080"/>
            <a:ext cx="8778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8K 입력, 256 생성, 동시성 sweep의 대화 서비스(4P+1D). D 노드 HBM이 빠듯한 경우 / 압박이 점진 증가 / KV 외 데이터가 HBM을 점유. 결과: 두 후보 모두 Baseline보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다 goodput이 높다(D 노드 Prefill 활용). 단 Baseline 최적 부하에서 TTFT P99·TPOT P99는 나빠진다.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2532888"/>
            <a:ext cx="265176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History가 놓인 Tier별 멀티턴 (Stress)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2532888"/>
            <a:ext cx="8778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History가 HBM(32K) / DRAM(64K) / HBF(128K) / SSD-PIM(64K)에 있는 Agent 재개, Tool 결과가 큰 턴(대조군). Prefill 노드와 Decode 시작 Tier 선택이 달라지는 경우.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282696"/>
            <a:ext cx="265176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부하 모양이 바뀌는 경우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282696"/>
            <a:ext cx="8778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Prefill burst로 P 포화 / 긴 출력으로 D 포화, P 유휴 / 5% 대형 256K 세션 쏠림 / 128~256K 세션 재개와 ScHBM 오프로드.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032504"/>
            <a:ext cx="265176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자원 조건이 나빠지는 경우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4032504"/>
            <a:ext cx="8778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P↔D 링크를 다른 트래픽과 공유(BW 25%) / 중간에 P 노드 처리량 50% 저하 / Telemetry 지연 / Planner 중단 후 Baseline 규칙으로 복귀.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782312"/>
            <a:ext cx="265176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처음엔 문제없다가 나빠지는 경우 (Dynamic 4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개)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782312"/>
            <a:ext cx="8778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Baseline이 처음엔 SLO를 만족하다 중간에 고정 규칙이 stale해진다: History 하위 Tier 강등 후 재개 / 도착률 ramp+burst / P 노드 저하 / 출력 길이 전환. Baseline의 실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패 양상을 알고 설계했으므로 이득은 이 상황에 한정해 읽는다.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532120"/>
            <a:ext cx="265176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아직 평가하지 못한 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5532120"/>
            <a:ext cx="8778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</a:rPr>
              <a:t>노드 수 5 초과의 처리량 비교(QA5는 별도 sweep), 멀티 모델·LoRA/MoE 데이터, prefix cache 공유, 실측([A]) 결정 비용. Decode 중 Tier 이동(DP1)은 이 평가에 없다.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4205</Words>
  <Application>Microsoft Office PowerPoint</Application>
  <PresentationFormat>와이드스크린</PresentationFormat>
  <Paragraphs>786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9</cp:revision>
  <dcterms:created xsi:type="dcterms:W3CDTF">2026-10-01T14:27:36Z</dcterms:created>
  <dcterms:modified xsi:type="dcterms:W3CDTF">2026-10-01T17:40:33Z</dcterms:modified>
</cp:coreProperties>
</file>