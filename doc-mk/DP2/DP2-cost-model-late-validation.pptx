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650" r:id="rId24"/>
    <p:sldId id="65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DP2. Cost 기반 Prefill/Decode 실행 계획 - 설계 보충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Cost Model - 무엇이고 어떤 항으로 이루어지나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11430000" cy="566928"/>
          </a:xfrm>
          <a:prstGeom prst="rect">
            <a:avLst/>
          </a:prstGeom>
          <a:solidFill>
            <a:srgbClr val="E3F1E3"/>
          </a:solidFill>
          <a:ln w="9525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Cost(n_p, n_d) = 이 plan이 요청에 주는 SLO 소모량 + 다른 요청에 주는 SLO 소모량.  모든 항을 SLO 분율(무차원)로 맞춰 TTFT와 TPOT를 같은 척도로 더한다.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n_p = Prefill 실행 노드,  n_d = Decode 시작 위치 (노드, Tier).  후보 (n_p, n_d) 전부의 Cost를 계산해 최소를 고른다.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1737360"/>
            <a:ext cx="14630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1737360"/>
            <a:ext cx="23774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1737360"/>
            <a:ext cx="42062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의미 / 계산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1737360"/>
            <a:ext cx="338328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입력 (Resource Intelligence)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2066543"/>
            <a:ext cx="14630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이 요청의 TTFT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2066543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TTFT_est / SLO_TTFT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2066543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대기(wait) + History 전송·승격(stage) + Prefill 시간.  Prefill은 chunk 단위 iteration 시간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x 횟수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2066543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n_p의 대기 Prefill 토큰·작업 수, 실행 중 Decode, History KV 위치(Tier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), Tier·링크 BW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2660903"/>
            <a:ext cx="14630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이 요청의 TPOT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2660903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TPOT_est / SLO_TPOT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2660903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n_d에 합류한 뒤의 iteration 시간.  Tier별 attention 경로(GPU HBM, HBF 직접 읽기, Sc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HBM·CXL-PNM 오프로드)가 다름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2660903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n_d의 Tier별 Decode 수·컨텍스트 합, Tier descriptor(BW·지연·연산 능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력)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3255263"/>
            <a:ext cx="14630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KV 이동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255263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T_handoff / (N_out-1) / SLO_TPOT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0" y="3255263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Prefill 결과 KV를 n_p에서 n_d로 보내는 시간(첫 Decode 지연)을 출력 토큰에 나눠 반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영.  HBM evict 시 내리는 시간도 포함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12480" y="3255263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노드 간 링크·Tier 읽기의 동시 흐름 수(공정 분배 BW), KV 크기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3849624"/>
            <a:ext cx="14630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외부효과 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384962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n_p의 실행 중 Decode 지연 / SLO_TPOT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49624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이 Prefill이 n_p에서 이미 Decode 중인 요청의 iteration을 늘린 만큼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3849624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n_p의 Decode 수·컨텍스트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443984"/>
            <a:ext cx="14630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외부효과 X2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44398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이후 도착 요청의 TTFT 지연 / SLO_TTFT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06240" y="4443984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이 Prefill이 n_p를 점유해 뒤따라 오는 요청이 기다리는 시간 (도착률 x Prefill 시간^2 /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2)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0" y="4443984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n_p의 최근 도착률(EWMA)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038344"/>
            <a:ext cx="14630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외부효과 X3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503834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n_d의 resident Decode 지연 / SLO_TPOT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06240" y="5038344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이 요청이 합류해 n_d의 기존 Decode들이 느려지는 만큼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12480" y="5038344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n_d의 Decode 수·컨텍스트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678424"/>
            <a:ext cx="3749039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제약 (feasible 후보만)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- n_d에 이 요청의 KV 용량이 들어감 (HBM은 evict 가능한 idle KV 포함)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- TTFT_est ≤ SLO, TPOT_est ≤ SLO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- feasible 후보가 없으면 위반 최소 후보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06240" y="5678424"/>
            <a:ext cx="3749039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선택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- (n_p, n_d) 쌍 전체 Cost를 계산해 argmin (n_p 후보 클래스: History 소유 노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드, n_d 자신, 최선 다른 노드)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- 상위 4개를 순위로 보관, 2~4위는 C2의 백업 후보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46720" y="5678424"/>
            <a:ext cx="3749039" cy="1051560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C1·C2 공통, 교체 가능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같은 Cost Model, 다른 점은 계산 시점·상태 신선도·lifecycle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Cost 항 추가는 Cost Evaluator(Strategy) 한 곳 (QA4 S2 측정: 1 module)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추정 오차 ε는 lognormal로 민감도 평가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DP2. Cost 기반 Prefill/Decode 실행 계획 - 설계 보충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C2 - Plan에 저장하는 상태값과 Late Validation, mismatch 처리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solidFill>
            <a:srgbClr val="E3F1E3"/>
          </a:solidFill>
          <a:ln w="9525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plan을 만들 때 의존한 상태를 함께 저장하고, dispatch 직전에 현재 상태와 비교한다.  "시간이 얼마나 지났나"가 아니라 "상태가 얼마나 달라졌나"를 본다.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1627632"/>
            <a:ext cx="3749039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1. 저장하는 상태값 (후보별: 선택 plan + 백업)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1956816"/>
            <a:ext cx="1097280" cy="512064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n_p 노드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63040" y="1956816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pf_tokens(대기 Prefill 토큰), njobs, ndec(실행 중 Dec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ode 수)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2487168"/>
            <a:ext cx="1097280" cy="512064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n_d (노드, Tier)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63040" y="2487168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free(Tier 여유 용량), ndec(resident Decode 수)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017520"/>
            <a:ext cx="1097280" cy="512064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전송 경로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63040" y="3017520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경로 자원의 동시 흐름 수(flows)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547872"/>
            <a:ext cx="1097280" cy="512064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후보별 Cost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63040" y="3547872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저장 시점의 Cost (선택 plan, 백업 각각)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078224"/>
            <a:ext cx="1097280" cy="512064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요청·세션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63040" y="4078224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History KV 위치 (node, tier)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608576"/>
            <a:ext cx="1097280" cy="512064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제외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63040" y="4608576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도착률 EWMA(노이즈), plan age는 판정에 안 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1627632"/>
            <a:ext cx="3749039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2. dispatch 직전 검증 (후보 순서대로)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1956816"/>
            <a:ext cx="374903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Hard (하나라도 어긋나면 그 후보 무효)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노드 health 정상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n_d 용량: 이 요청 KV가 아직 들어감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History KV 위치가 저장 시점과 같음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n_p 노드 큐가 한도(16K 토큰) 미만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97680" y="3410712"/>
            <a:ext cx="374903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Soft (상태 유사도)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현재 상태로 같은 plan의 Cost를 다시 계산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Cost_now ≤ Cost_저장 x (1 + tol) 이면 유효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tol 기본 10% (5 / 10 / 20% 민감도)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- Cost가 줄어든 변화는 허용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97680" y="4818888"/>
            <a:ext cx="3749039" cy="731520"/>
          </a:xfrm>
          <a:prstGeom prst="rect">
            <a:avLst/>
          </a:prstGeom>
          <a:solidFill>
            <a:srgbClr val="FFF8EC"/>
          </a:solidFill>
          <a:ln w="9525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한계: 저장한 후보 밖의 노드가 더 좋아진 경우는 못 잡는다.  "현재 상태"는 t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elemetry snapshot이라 갱신 주기만큼 늦다.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1627632"/>
            <a:ext cx="356616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3. mismatch 시 처리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1956816"/>
            <a:ext cx="1234440" cy="658368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① 선택 plan 무효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64040" y="1956816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저장 순위 2위 백업 후보로 같은 검증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2642616"/>
            <a:ext cx="1234440" cy="658368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② 백업도 무효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464040" y="2642616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순위 3, 4위 백업을 차례로 검증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29600" y="3328416"/>
            <a:ext cx="1234440" cy="658368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③ 모두 무효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64040" y="3328416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Re-planner가 최신 상태로 동기 재계획 (C1과 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같은 결정 비용, Scheduler 직렬)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29600" y="4014216"/>
            <a:ext cx="1234440" cy="658368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④ 재계획도 후보 없음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64040" y="4014216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요청을 대기열 앞으로 되돌리고 계획을 다시 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요청, 최종 실패 시 기존 vLLM GPU 경로(안전 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경로)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4700016"/>
            <a:ext cx="1234440" cy="658368"/>
          </a:xfrm>
          <a:prstGeom prst="rect">
            <a:avLst/>
          </a:prstGeom>
          <a:solidFill>
            <a:srgbClr val="E3F1E3"/>
          </a:solidFill>
          <a:ln w="9525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통과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464040" y="4700016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해당 plan으로 dispatch, 검증 비용 20 us(ASS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UMED)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623560"/>
            <a:ext cx="11430000" cy="777240"/>
          </a:xfrm>
          <a:prstGeom prst="rect">
            <a:avLst/>
          </a:prstGeom>
          <a:solidFill>
            <a:srgbClr val="FFF8EC"/>
          </a:solidFill>
          <a:ln w="9525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평가 결과 (시뮬레이션 [B+C], H100): 기본 조건(plan age 약 4 ms)에서는 기존 검증(age 2 s·큐·용량)과 차이가 없다(goodput x1.41~1.43).  N=16/32처럼 결정이 느린 조건에서는 tol이 작을수록 재계획이 늘어(1% -&gt; 27~37%) goodput이 x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0.75~0.84로 떨어진다. 재계획이 C1과 같은 직렬 결정 비용을 내 C2의 이점이 사라지기 때문이다.  -&gt; 재계획을 싼 경로(백업 후보 확대, top-k 재평가)로 두는 설계가 필요하다(미평가).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4205</Words>
  <Application>Microsoft Office PowerPoint</Application>
  <PresentationFormat>와이드스크린</PresentationFormat>
  <Paragraphs>786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PowerPoint 프레젠테이션</vt:lpstr>
      <vt:lpstr>DP0. ~~- 배경</vt:lpstr>
      <vt:lpstr>DP0. ~~ - 배경</vt:lpstr>
      <vt:lpstr>DP0. ~~- 설계</vt:lpstr>
      <vt:lpstr>PowerPoint 프레젠테이션</vt:lpstr>
      <vt:lpstr>DP1. 이기종 메모리 기반 Data Migration 구조 - 배경</vt:lpstr>
      <vt:lpstr>DP1. 이기종 메모리 기반 Data Migration 구조 - 배경</vt:lpstr>
      <vt:lpstr>DP1. 이기종 메모리 기반 Data Migration 구조 - 설계</vt:lpstr>
      <vt:lpstr>DP1. 이기종 메모리 기반 Data Migration 구조 - 설계</vt:lpstr>
      <vt:lpstr>PowerPoint 프레젠테이션</vt:lpstr>
      <vt:lpstr>DP2. 이기종 메모리 환경의 Prefill 실행 위치 결정 구조 - 사전 지식</vt:lpstr>
      <vt:lpstr>DP2. 이기종 메모리 환경의 Prefill 실행 위치 결정 구조 - 배경</vt:lpstr>
      <vt:lpstr>DP2. 이기종 메모리 환경의 Prefill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SAMSUNG</cp:lastModifiedBy>
  <cp:revision>9</cp:revision>
  <dcterms:created xsi:type="dcterms:W3CDTF">2026-10-01T14:27:36Z</dcterms:created>
  <dcterms:modified xsi:type="dcterms:W3CDTF">2026-10-01T17:40:33Z</dcterms:modified>
</cp:coreProperties>
</file>