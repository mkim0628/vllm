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다이어그램은 트레이드오프 별점의 정량 근거를 생산하는 도구다. 오른쪽 열이 그 다이어그램이 뒷받침하는 QA.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좌측 스택(Scheduler→Placer→BlockPool→HW)은 두 후보가 동일하다. 차이는 오른쪽에 무엇이 붙는가뿐이며, 그것이 곧 결정 변수의 차이다.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좌측 스택이 동일하다는 점. 차이는 오른쪽에 붙는 모듈 수와 그중 하나가 시스템 외부 소스라는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C1의 실패 모드(herding)와 C2의 이점(분산)이 같은 그림에서 대비된다.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C1의 약점(수렴)과 C2의 강점(분산)이 같은 프레임에서 대비되도록 그린 슬라이드.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시퀀스는 반드시 동일 시나리오여야 메시지 수 비교가 성립한다. 점선은 반환 메시지.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메시지 수 차이(5 vs 7)가 QA1의 정량 근거, 추정 단계 유무가 QA2, 첫 결정 고착이 QA3의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⚠ 표시한 ObjectFeature 세 필드가 C2 비용의 본질. 비용 함수의 형태 자체에서 '구분 능력이 미래 정보에 묶여 있다'가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⚠ 표시한 ObjectFeature 세 필드가 C2 비용의 본질. 관측 불가 지표 비율 0% vs 100%가 여기서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QA 별점 매트릭스의 정량 근거 원본이다.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74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8AA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MEMORY PLACEMENT DECISION BASIS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30428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 구조 상세 다이어그램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10896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결정 변수: 배치 정책의 인덱스 축을 자원(tier)에 둘 것인가, 객체 특성에 둘 것인가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43814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뷰는 그림 1장 + 해설 1장으로 구성된다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913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모듈 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39136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어디에 살고 의존이 어디로 향하는가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052560" y="3913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QA2 · QA4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80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컴포넌트 &amp; 커넥터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44805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런타임 인스턴스와 통신 경로, 표현 가능한 관계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4480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QA1 · QA3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5047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504748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1건이 배치에 도달하기까지의 단계 수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50474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QA1 · QA2 · QA3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56144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561441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 시 수정해야 하는 지점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56144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QA2 · QA4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모듈 뷰 — 코드가 어디에 살고 의존이 어디로 향하는가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060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5331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모듈 2개 · 갱신 소스 1곳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263640" y="11155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060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35331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모듈 4개 · 외부 특성 소스 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1755648"/>
            <a:ext cx="5440680" cy="3017520"/>
          </a:xfrm>
          <a:prstGeom prst="roundRect">
            <a:avLst>
              <a:gd name="adj" fmla="val 1515"/>
            </a:avLst>
          </a:prstGeom>
          <a:solidFill>
            <a:srgbClr val="F7F9FA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3640" y="1755648"/>
            <a:ext cx="5440680" cy="3017520"/>
          </a:xfrm>
          <a:prstGeom prst="roundRect">
            <a:avLst>
              <a:gd name="adj" fmla="val 1515"/>
            </a:avLst>
          </a:prstGeom>
          <a:solidFill>
            <a:srgbClr val="F7F9FA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956816"/>
            <a:ext cx="23317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1956816"/>
            <a:ext cx="23317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824228" y="2468880"/>
            <a:ext cx="0" cy="27432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58368" y="2743200"/>
            <a:ext cx="2331720" cy="512064"/>
          </a:xfrm>
          <a:prstGeom prst="roundRect">
            <a:avLst>
              <a:gd name="adj" fmla="val 8929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2743200"/>
            <a:ext cx="23317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824228" y="3255264"/>
            <a:ext cx="0" cy="27432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58368" y="3529584"/>
            <a:ext cx="23317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529584"/>
            <a:ext cx="23317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BlockPool (tier별)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824228" y="4041648"/>
            <a:ext cx="0" cy="27432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58368" y="4315968"/>
            <a:ext cx="23317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315968"/>
            <a:ext cx="23317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tiers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64808" y="1956816"/>
            <a:ext cx="23317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64808" y="1956816"/>
            <a:ext cx="23317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630668" y="2468880"/>
            <a:ext cx="0" cy="27432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464808" y="2743200"/>
            <a:ext cx="2331720" cy="512064"/>
          </a:xfrm>
          <a:prstGeom prst="roundRect">
            <a:avLst>
              <a:gd name="adj" fmla="val 8929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64808" y="2743200"/>
            <a:ext cx="23317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630668" y="3255264"/>
            <a:ext cx="0" cy="27432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464808" y="3529584"/>
            <a:ext cx="23317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64808" y="3529584"/>
            <a:ext cx="23317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BlockPool (tier별)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630668" y="4041648"/>
            <a:ext cx="0" cy="27432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464808" y="4315968"/>
            <a:ext cx="23317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64808" y="4315968"/>
            <a:ext cx="23317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tiers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46120" y="2743200"/>
            <a:ext cx="2423160" cy="512064"/>
          </a:xfrm>
          <a:prstGeom prst="roundRect">
            <a:avLst>
              <a:gd name="adj" fmla="val 8929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46120" y="2743200"/>
            <a:ext cx="242316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TierStateTable</a:t>
            </a:r>
            <a:endParaRPr lang="en-US" sz="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용량·대역폭·지연·이동비용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246120" y="3529584"/>
            <a:ext cx="242316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246120" y="3529584"/>
            <a:ext cx="242316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/ Device probes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 flipV="1">
            <a:off x="4457700" y="3255264"/>
            <a:ext cx="0" cy="274320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990088" y="2999232"/>
            <a:ext cx="256032" cy="0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052560" y="1920240"/>
            <a:ext cx="2423160" cy="457200"/>
          </a:xfrm>
          <a:prstGeom prst="roundRect">
            <a:avLst>
              <a:gd name="adj" fmla="val 10000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052560" y="1920240"/>
            <a:ext cx="2423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ObjectClassifier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264140" y="2377440"/>
            <a:ext cx="0" cy="201168"/>
          </a:xfrm>
          <a:prstGeom prst="line">
            <a:avLst/>
          </a:prstGeom>
          <a:noFill/>
          <a:ln w="12700">
            <a:solidFill>
              <a:srgbClr val="B0503F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9052560" y="2578608"/>
            <a:ext cx="24231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052560" y="2578608"/>
            <a:ext cx="2423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source</a:t>
            </a:r>
            <a:endParaRPr lang="en-US" sz="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힌트 API · 휴리스틱 · 통계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9052560" y="3236976"/>
            <a:ext cx="2423160" cy="457200"/>
          </a:xfrm>
          <a:prstGeom prst="roundRect">
            <a:avLst>
              <a:gd name="adj" fmla="val 10000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052560" y="3236976"/>
            <a:ext cx="2423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Class-Tier Contract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052560" y="3895344"/>
            <a:ext cx="24231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052560" y="3895344"/>
            <a:ext cx="2423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Evictor (자리 확보)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 flipV="1">
            <a:off x="8796528" y="2148840"/>
            <a:ext cx="256032" cy="850392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8796528" y="2999232"/>
            <a:ext cx="256032" cy="466344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8796528" y="2999232"/>
            <a:ext cx="256032" cy="1124712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457200" y="4956048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의존이 한 방향 — Scheduler → Placer → BlockPool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capability를 아는 모듈은 TierStateTable 하나, 갱신 소스도 디바이스 계측 하나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타입에 대한 의존이 없어 스케줄러와의 결합이 얇다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05332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QA2 근거: 갱신 소스가 자원 쪽 하나로 국한된다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6263640" y="4956048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 · Classifier · Contract · Evictor 연동으로 신규 모듈 4개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source는 시스템 밖에서 정보를 들여오는 새 파이프라인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계약 준수를 위해 Placer가 Evictor 호출 권한을 가짐 → eviction 정책과 결합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6263640" y="605332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QA2 · QA4 근거: 정보 소스가 늘고, 결정 근거는 객체에 남는다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① 해설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모듈 뷰 해설 — 그림을 요소별로 풀어보면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42416"/>
            <a:ext cx="11247120" cy="603504"/>
          </a:xfrm>
          <a:prstGeom prst="roundRect">
            <a:avLst>
              <a:gd name="adj" fmla="val 7576"/>
            </a:avLst>
          </a:prstGeom>
          <a:solidFill>
            <a:srgbClr val="F2F5F6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88136"/>
            <a:ext cx="1091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그림이 답하는 질문   </a:t>
            </a:r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어느 모듈에 살고, 의존이 어디로 향하는가?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344168"/>
            <a:ext cx="10917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읽는 법   </a:t>
            </a:r>
            <a:pPr indent="0" marL="0"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화살표는 의존·호출 방향이다. 좌측 세로 스택(Scheduler→Placer→BlockPool→HW)은 두 후보가 동일하므로, 오른쪽에 무엇이 붙는지만 비교하면 된다.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682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64592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82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9672" y="164592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048256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20299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— "블록 몇 개가 필요하다"만 전달한다. tier를 지정하지 않는다.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372868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3728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354580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 — 배치를 결정하는 유일한 지점. 결정 입력을 TierStateTable 한 곳에서만 얻는다.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848356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8483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2830068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TierStateTable — 어느 tier에 얼마나 여유가 있는가에 대한 단일 진실 원천. 스케줄 스텝마다 갱신된다.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323844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3238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305556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/ Device probes — 이 표를 채우는 유일한 소스. 시스템 내부 계측이라 새 파이프라인이 필요 없다.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799332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7993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781044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BlockPool / HW tiers — 결정된 tier의 풀에서 실제 블록을 꺼낸다. 여기에는 결정 로직이 없다.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4274820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42748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4256532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타입에 대한 의존이 어디에도 없다 — 스케줄러 쪽 타입이 바뀌어도 배치 모듈로 전파되지 않는다.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63640" y="2048256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556248" y="2029968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/ Placer — 위치는 같지만 Placer가 request를 함께 받는다. 여기서부터 갈린다.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63640" y="2523744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63640" y="25237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556248" y="2505456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ObjectClassifier — 요청을 등급으로 바꾸는 모듈. C1에는 없던 것이다.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63640" y="2848356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28483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556248" y="2830068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source — hotness·lifetime을 채우는 외부 소스(힌트 API · 휴리스틱 · 과거 통계). 시스템 밖에서 정보를 들여오는 새 파이프라인이다.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3323844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33238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556248" y="3305556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Class-Tier Contract — 등급에서 목표 tier로 가는 매핑. 정책이 사는 자리가 여기다.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63640" y="3648456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36484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556248" y="36301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Evictor — 계약을 지키려면 자리를 만들어야 하므로 Placer가 호출 권한을 갖는다.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63640" y="3973068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63640" y="39730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556248" y="3954780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결과 배치 모듈이 eviction 정책과 결합된다 — C1에는 없는 의존이다.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517550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그림이 만들어내는 숫자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0350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모듈 수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0350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29768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44398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정보 소스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444398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0개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1개 (Feature source)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13816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28446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Placer가 의존하는 모듈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1개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컴포넌트 &amp; 커넥터 — 런타임에 무엇이 몇 개 존재하고 어떻게 연결되는가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060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5331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24개 1벌 · 요청 수와 무관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263640" y="11155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060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35331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특성 벡터 요청당 1개 · 8개 클래스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1755648"/>
            <a:ext cx="5440680" cy="3017520"/>
          </a:xfrm>
          <a:prstGeom prst="roundRect">
            <a:avLst>
              <a:gd name="adj" fmla="val 1515"/>
            </a:avLst>
          </a:prstGeom>
          <a:solidFill>
            <a:srgbClr val="F7F9FA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3640" y="1755648"/>
            <a:ext cx="5440680" cy="3017520"/>
          </a:xfrm>
          <a:prstGeom prst="roundRect">
            <a:avLst>
              <a:gd name="adj" fmla="val 1515"/>
            </a:avLst>
          </a:prstGeom>
          <a:solidFill>
            <a:srgbClr val="F7F9FA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2258568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2258568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요청 A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(익명)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21792" y="2990088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2990088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요청 B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(익명)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386584" y="2624328"/>
            <a:ext cx="1600200" cy="548640"/>
          </a:xfrm>
          <a:prstGeom prst="roundRect">
            <a:avLst>
              <a:gd name="adj" fmla="val 8333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86584" y="2624328"/>
            <a:ext cx="16002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386584" y="3355848"/>
            <a:ext cx="160020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86584" y="3355848"/>
            <a:ext cx="160020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State</a:t>
            </a:r>
            <a:endParaRPr lang="en-US" sz="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24개 지표 1벌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 flipV="1">
            <a:off x="3186684" y="3172968"/>
            <a:ext cx="0" cy="182880"/>
          </a:xfrm>
          <a:prstGeom prst="line">
            <a:avLst/>
          </a:prstGeom>
          <a:noFill/>
          <a:ln w="12700">
            <a:solidFill>
              <a:srgbClr val="0B6E6E"/>
            </a:solidFill>
            <a:prstDash val="dash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947672" y="2496312"/>
            <a:ext cx="438912" cy="265176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V="1">
            <a:off x="1947672" y="3035808"/>
            <a:ext cx="438912" cy="192024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425696" y="2139696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25696" y="2139696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425696" y="2798064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25696" y="2798064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DRAM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425696" y="3456432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25696" y="3456432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 flipV="1">
            <a:off x="3986784" y="2377440"/>
            <a:ext cx="438912" cy="429768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V="1">
            <a:off x="3986784" y="2377440"/>
            <a:ext cx="438912" cy="566928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379976" y="415137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스텝 → 같은 tier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28232" y="2258568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28232" y="2258568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A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· short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428232" y="2990088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28232" y="2990088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B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· long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193024" y="2624328"/>
            <a:ext cx="1600200" cy="548640"/>
          </a:xfrm>
          <a:prstGeom prst="roundRect">
            <a:avLst>
              <a:gd name="adj" fmla="val 8333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93024" y="2624328"/>
            <a:ext cx="16002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193024" y="3355848"/>
            <a:ext cx="160020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93024" y="3355848"/>
            <a:ext cx="160020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→ Tier 계약</a:t>
            </a:r>
            <a:endParaRPr lang="en-US" sz="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클래스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 flipV="1">
            <a:off x="8993124" y="3172968"/>
            <a:ext cx="0" cy="182880"/>
          </a:xfrm>
          <a:prstGeom prst="line">
            <a:avLst/>
          </a:prstGeom>
          <a:noFill/>
          <a:ln w="12700">
            <a:solidFill>
              <a:srgbClr val="B0503F"/>
            </a:solidFill>
            <a:prstDash val="dash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754112" y="2496312"/>
            <a:ext cx="438912" cy="265176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7754112" y="3035808"/>
            <a:ext cx="438912" cy="192024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10232136" y="2139696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232136" y="2139696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0232136" y="2798064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232136" y="2798064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DRAM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0232136" y="3456432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232136" y="3456432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 flipV="1">
            <a:off x="9793224" y="2377440"/>
            <a:ext cx="438912" cy="384048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9793224" y="3081528"/>
            <a:ext cx="438912" cy="612648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10186416" y="415137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클래스별로 분산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4956048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런타임 상태는 24개 지표 1벌 — 요청 수 N과 무관하다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 A·B가 구분되지 않아 같은 스텝에서는 같은 점수를 보고 같은 tier를 고른다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max_num_seqs=128 기준 스텝당 수십~수백 건이 몰릴 수 있어 예약 카운터가 사실상 필수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05332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QA3 감점 근거이자 QA2 가점 근거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6263640" y="4956048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요청마다 특성 벡터가 붙어 이진 3특성 기준 8개 클래스를 구분한다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스텝의 서로 다른 객체가 다른 tier로 흩어져 herding이 발생하지 않는다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유지 상태가 객체 수에 비례하고, 계약 위반 시 eviction 커넥터가 발생한다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6263640" y="605332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QA1 근거 및 QA2 비용 근거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② 해설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컴포넌트 &amp; 커넥터 해설 — 화살표가 모이는가 흩어지는가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42416"/>
            <a:ext cx="11247120" cy="603504"/>
          </a:xfrm>
          <a:prstGeom prst="roundRect">
            <a:avLst>
              <a:gd name="adj" fmla="val 7576"/>
            </a:avLst>
          </a:prstGeom>
          <a:solidFill>
            <a:srgbClr val="F2F5F6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88136"/>
            <a:ext cx="1091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그림이 답하는 질문   </a:t>
            </a:r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런타임에 무엇이 몇 개 존재하고, 같은 스텝의 요청들이 어디로 가는가?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344168"/>
            <a:ext cx="10917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읽는 법   </a:t>
            </a:r>
            <a:pPr indent="0" marL="0"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왼쪽은 같은 스텝에 도착한 요청 2건, 가운데는 결정 주체와 그 결정이 참조하는 상태, 오른쪽은 tier다. 화살표가 한 곳으로 모이는지 갈라지는지가 이 그림의 전부다.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682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64592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82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9672" y="164592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048256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20299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 A·B가 익명이다 — 크기 말고는 둘을 구별할 정보가 그림 어디에도 없다.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372868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3728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354580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Placer가 참조하는 것은 24개 지표 1벌. 요청이 몇 개든 이 상태는 하나뿐이다.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697480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6974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2679192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A와 B는 같은 점수표를 보고 같은 답을 낸다 → 화살표 두 개가 HBM 하나로 수렴한다.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022092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0220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003804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이것이 herding이다. 스텝 경계에서만 상태를 갱신하면 그 스텝의 모든 할당이 한 tier로 몰린다.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497580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4975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479292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max_num_seqs=128 기준 스텝당 수십~수백 건이 동시에 몰릴 수 있다.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822192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8221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803904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해결하려면 스텝 내 예약 카운터가 필요하다 — 구현 부담이지 구조 변경은 아니다.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63640" y="2048256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556248" y="20299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요청마다 등급이 붙는다 — A는 hot · short, B는 cold · long.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63640" y="2372868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63640" y="23728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556248" y="2354580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Placer가 참조하는 것은 등급에서 tier로 가는 계약(이진 3특성 기준 8개 클래스).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63640" y="2697480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26974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556248" y="2679192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등급이 다르면 답도 다르다 → 화살표가 HBM과 SSD로 갈라진다.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3022092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30220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556248" y="3003804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스텝이 자연히 분산되므로 herding이 발생하지 않는다 — C1의 실패 모드가 구조적으로 없다.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63640" y="3497580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34975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556248" y="3479292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대신 유지할 상태가 요청 수에 비례한다(요청당 특성 벡터 1개).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63640" y="3822192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63640" y="38221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556248" y="3803904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tier가 차 있으면 계약을 지키기 위해 eviction이 발생한다 — 점선 커넥터가 그것이다.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517550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그림이 만들어내는 숫자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0350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유지 상태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0350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24개 고정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 수에 비례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29768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44398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구분 가능한 등급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444398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1종 (익명)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8종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13816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28446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스텝 내 herding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있음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— 동일 시나리오: 스케줄 스텝에서 한 요청에 블록 4개 신규 할당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060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5331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5개 · 상태 조회 1회 · 추정 0회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263640" y="11155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060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35331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7개(경합 시 9개) · 분류 1회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1755648"/>
            <a:ext cx="5440680" cy="3017520"/>
          </a:xfrm>
          <a:prstGeom prst="roundRect">
            <a:avLst>
              <a:gd name="adj" fmla="val 1515"/>
            </a:avLst>
          </a:prstGeom>
          <a:solidFill>
            <a:srgbClr val="F7F9FA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3640" y="1755648"/>
            <a:ext cx="5440680" cy="3017520"/>
          </a:xfrm>
          <a:prstGeom prst="roundRect">
            <a:avLst>
              <a:gd name="adj" fmla="val 1515"/>
            </a:avLst>
          </a:prstGeom>
          <a:solidFill>
            <a:srgbClr val="F7F9FA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8645" y="1901952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88645" y="1901952"/>
            <a:ext cx="10972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137285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948815" y="1901952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48815" y="1901952"/>
            <a:ext cx="10972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497455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308985" y="1901952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08985" y="1901952"/>
            <a:ext cx="10972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TierState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857625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669155" y="1901952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69155" y="1901952"/>
            <a:ext cx="10972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BlockPool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217795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137285" y="2542032"/>
            <a:ext cx="1360170" cy="0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1131570" y="23500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allocate(4)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497455" y="3010662"/>
            <a:ext cx="1360170" cy="0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2491740" y="281863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states(6)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 flipH="1">
            <a:off x="2497455" y="3479292"/>
            <a:ext cx="1360170" cy="0"/>
          </a:xfrm>
          <a:prstGeom prst="line">
            <a:avLst/>
          </a:prstGeom>
          <a:noFill/>
          <a:ln w="12700">
            <a:solidFill>
              <a:srgbClr val="7B8794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491740" y="32872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scores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7455" y="3947922"/>
            <a:ext cx="2720340" cy="0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2497455" y="3755898"/>
            <a:ext cx="27203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get_blocks(4)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 flipH="1">
            <a:off x="1137285" y="4416552"/>
            <a:ext cx="4080510" cy="0"/>
          </a:xfrm>
          <a:prstGeom prst="line">
            <a:avLst/>
          </a:prstGeom>
          <a:noFill/>
          <a:ln w="12700">
            <a:solidFill>
              <a:srgbClr val="7B8794"/>
            </a:solidFill>
            <a:prstDash val="dash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1137285" y="4224528"/>
            <a:ext cx="40805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4462272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 식별자가 경로에 등장하지 않는다 — 익명 요청의 구조적 의미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309360" y="1901952"/>
            <a:ext cx="996696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09360" y="1901952"/>
            <a:ext cx="99669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07708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7397496" y="1901952"/>
            <a:ext cx="996696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97496" y="1901952"/>
            <a:ext cx="99669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895844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8485632" y="1901952"/>
            <a:ext cx="996696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485632" y="1901952"/>
            <a:ext cx="99669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Classifier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983980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9573768" y="1901952"/>
            <a:ext cx="996696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573768" y="1901952"/>
            <a:ext cx="99669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0072116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0661904" y="1901952"/>
            <a:ext cx="996696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661904" y="1901952"/>
            <a:ext cx="99669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BlockPool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1160252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807708" y="2542032"/>
            <a:ext cx="1088136" cy="0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6665976" y="23500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allocate(4, request)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895844" y="2854452"/>
            <a:ext cx="1088136" cy="0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7754112" y="26624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classify(req)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 flipH="1">
            <a:off x="7895844" y="3166872"/>
            <a:ext cx="1088136" cy="0"/>
          </a:xfrm>
          <a:prstGeom prst="line">
            <a:avLst/>
          </a:prstGeom>
          <a:noFill/>
          <a:ln w="12700">
            <a:solidFill>
              <a:srgbClr val="7B8794"/>
            </a:solidFill>
            <a:prstDash val="dash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7754112" y="29748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class(hot, short)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895844" y="3479292"/>
            <a:ext cx="2176272" cy="0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7895844" y="3287268"/>
            <a:ext cx="2176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target_tier()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 flipH="1">
            <a:off x="7895844" y="3791712"/>
            <a:ext cx="2176272" cy="0"/>
          </a:xfrm>
          <a:prstGeom prst="line">
            <a:avLst/>
          </a:prstGeom>
          <a:noFill/>
          <a:ln w="12700">
            <a:solidFill>
              <a:srgbClr val="7B8794"/>
            </a:solidFill>
            <a:prstDash val="dash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7895844" y="3599688"/>
            <a:ext cx="2176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895844" y="4104132"/>
            <a:ext cx="3264408" cy="0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61" name="Text 59"/>
          <p:cNvSpPr txBox="1"/>
          <p:nvPr/>
        </p:nvSpPr>
        <p:spPr>
          <a:xfrm>
            <a:off x="7895844" y="3912108"/>
            <a:ext cx="3264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get_blocks(4)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 flipH="1">
            <a:off x="6807708" y="4416552"/>
            <a:ext cx="4352544" cy="0"/>
          </a:xfrm>
          <a:prstGeom prst="line">
            <a:avLst/>
          </a:prstGeom>
          <a:noFill/>
          <a:ln w="12700">
            <a:solidFill>
              <a:srgbClr val="7B8794"/>
            </a:solidFill>
            <a:prstDash val="dash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6807708" y="4224528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6400800" y="4462272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full이면 Evictor.make_room() 2단계가 임계 경로에 추가된다</a:t>
            </a:r>
            <a:endParaRPr lang="en-US" sz="800" dirty="0"/>
          </a:p>
        </p:txBody>
      </p:sp>
      <p:sp>
        <p:nvSpPr>
          <p:cNvPr id="65" name="Text 63"/>
          <p:cNvSpPr txBox="1"/>
          <p:nvPr/>
        </p:nvSpPr>
        <p:spPr>
          <a:xfrm>
            <a:off x="457200" y="4956048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5개, 전역 상태 조회 1회(6 tier 스캔), 객체 조회 0회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입력이 전부 현재 관측값이라 추정 단계가 없다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스텝의 다음 요청도 같은 점수를 보므로 예약 반영이 필요하다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457200" y="605332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QA2 · QA3 근거</a:t>
            </a:r>
            <a:endParaRPr lang="en-US" sz="950" dirty="0"/>
          </a:p>
        </p:txBody>
      </p:sp>
      <p:sp>
        <p:nvSpPr>
          <p:cNvPr id="67" name="Text 65"/>
          <p:cNvSpPr txBox="1"/>
          <p:nvPr/>
        </p:nvSpPr>
        <p:spPr>
          <a:xfrm>
            <a:off x="6263640" y="4956048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7개(경합 시 9개), 분류는 객체당 최초 1회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분류 결과가 수명 동안 재사용되어 반복 비용은 낮다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결정이 틀리면 그대로 고착되고, 경합 시 eviction이 결정 지연 분산을 키운다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6263640" y="605332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QA1 · QA3 · QA4 근거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③ 해설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해설 — 화살표 하나가 곧 control path 한 단계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42416"/>
            <a:ext cx="11247120" cy="603504"/>
          </a:xfrm>
          <a:prstGeom prst="roundRect">
            <a:avLst>
              <a:gd name="adj" fmla="val 7576"/>
            </a:avLst>
          </a:prstGeom>
          <a:solidFill>
            <a:srgbClr val="F2F5F6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88136"/>
            <a:ext cx="1091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그림이 답하는 질문   </a:t>
            </a:r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1건이 실제 블록을 받기까지 몇 단계를 거치는가?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344168"/>
            <a:ext cx="10917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읽는 법   </a:t>
            </a:r>
            <a:pPr indent="0" marL="0"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세로 점선은 참여자, 가로 화살표는 메시지다. 실선은 호출, 점선은 반환. 두 후보는 반드시 같은 시나리오(블록 4개 신규 할당)를 그려야 개수 비교가 성립한다.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682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64592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82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9672" y="164592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048256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20299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allocate(4) — Scheduler는 개수만 준다. 인자에 request가 없다.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372868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3728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354580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states(6) — 6개 tier 상태를 한 번 읽는다. 전역 상태 조회는 이 1회뿐이다.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697480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6974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2679192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scores 반환 — 이미 측정되어 있는 값이라 추정 단계가 없다.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022092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0220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003804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get_blocks(4) — 선택된 tier의 풀에서 블록을 꺼낸다.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346704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34670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328416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반환 — 총 5개 메시지로 끝난다.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671316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6713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65302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 식별자가 이 경로 어디에도 등장하지 않는다. 이것이 익명 요청의 실체다.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63640" y="2048256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556248" y="20299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allocate(4, request) — request가 인자에 들어온다. 갈림길이 여기다.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63640" y="2372868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63640" y="23728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556248" y="2354580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classify(req) → class 반환 — 분류는 객체당 최초 1회이므로 반복 비용 자체는 낮다.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63640" y="2697480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26974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556248" y="2679192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target_tier() → 목표 tier 반환 — 계약을 조회하는 정책 단계.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3022092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30220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556248" y="3003804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get_blocks(4) → blocks 반환 — 여기까지 총 7개 메시지.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63640" y="3346704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334670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556248" y="3328416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full이면 Evictor.make_room() 2단계가 임계 경로에 추가되어 9개가 된다.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63640" y="3671316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63640" y="36713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556248" y="365302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분류 결과는 수명 동안 재사용되지만, 그 첫 결정이 틀리면 교정 없이 고착된다.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517550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그림이 만들어내는 숫자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0350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메시지 수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0350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7개 (경합 시 9개)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29768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44398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추정이 필요한 단계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444398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0개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1개 (classify)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13816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28446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경로에 요청 식별자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등장 안 함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등장함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 — 신규 tier / 신규 객체 유형을 추가할 때 어디를 수정하는가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060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5331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 3개 · 신규 tier = 행 1개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263640" y="11155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060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35331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 4개 · 신규 tier = 8개 계약 재정의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1755648"/>
            <a:ext cx="5440680" cy="3017520"/>
          </a:xfrm>
          <a:prstGeom prst="roundRect">
            <a:avLst>
              <a:gd name="adj" fmla="val 1515"/>
            </a:avLst>
          </a:prstGeom>
          <a:solidFill>
            <a:srgbClr val="F7F9FA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3640" y="1755648"/>
            <a:ext cx="5440680" cy="3017520"/>
          </a:xfrm>
          <a:prstGeom prst="roundRect">
            <a:avLst>
              <a:gd name="adj" fmla="val 1515"/>
            </a:avLst>
          </a:prstGeom>
          <a:solidFill>
            <a:srgbClr val="F7F9FA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28800" y="1938528"/>
            <a:ext cx="2697480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28800" y="1938528"/>
            <a:ext cx="2697480" cy="274320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1938528"/>
            <a:ext cx="26974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TierIndexedPlacer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920240" y="22585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place(num_blocks) → tier_id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0080" y="2807208"/>
            <a:ext cx="2606040" cy="113385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807208"/>
            <a:ext cx="2606040" cy="274320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2807208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TierState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3127248"/>
            <a:ext cx="2423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tier_id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avail_capacity / avail_bandwidth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latency / migration_cost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score()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429000" y="2807208"/>
            <a:ext cx="2286000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7B879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29000" y="2807208"/>
            <a:ext cx="2286000" cy="274320"/>
          </a:xfrm>
          <a:prstGeom prst="rect">
            <a:avLst/>
          </a:prstGeom>
          <a:solidFill>
            <a:srgbClr val="7B8794"/>
          </a:solidFill>
          <a:ln w="12700">
            <a:solidFill>
              <a:srgbClr val="7B879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29000" y="2807208"/>
            <a:ext cx="22860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BlockPool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3520440" y="31272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get_new_blocks(n)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 flipH="1">
            <a:off x="1920240" y="2523744"/>
            <a:ext cx="571500" cy="283464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863340" y="2523744"/>
            <a:ext cx="708660" cy="283464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40080" y="438912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tier 추가 = TierState 행 1개 (정책 함수는 그대로)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566660" y="1901952"/>
            <a:ext cx="2834640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66660" y="1901952"/>
            <a:ext cx="2834640" cy="274320"/>
          </a:xfrm>
          <a:prstGeom prst="rect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66660" y="1901952"/>
            <a:ext cx="28346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ObjectIndexedPlacer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658100" y="222199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place(num_blocks, request) → tier_id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446520" y="2670048"/>
            <a:ext cx="2606040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46520" y="2670048"/>
            <a:ext cx="2606040" cy="274320"/>
          </a:xfrm>
          <a:prstGeom prst="rect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2670048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ObjectClassifier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537960" y="299008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classify(request) → ObjectClass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46520" y="3328416"/>
            <a:ext cx="26060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46520" y="3328416"/>
            <a:ext cx="2606040" cy="274320"/>
          </a:xfrm>
          <a:prstGeom prst="rect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46520" y="3328416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ObjectFeature  ⚠ 관측 불가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6537960" y="3648456"/>
            <a:ext cx="2423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hotness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locality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lifetime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9235440" y="2670048"/>
            <a:ext cx="2377440" cy="113385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235440" y="2670048"/>
            <a:ext cx="2377440" cy="274320"/>
          </a:xfrm>
          <a:prstGeom prst="rect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35440" y="2670048"/>
            <a:ext cx="23774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CostModel  (정책)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9326880" y="2990088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cost(obs, tier, util, blocks)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-(강도 × 대역폭)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+ 자리값 + 이동비용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reserve_for_future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 flipH="1">
            <a:off x="7726680" y="2487168"/>
            <a:ext cx="525780" cy="182880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715500" y="2487168"/>
            <a:ext cx="708660" cy="182880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726680" y="3255264"/>
            <a:ext cx="0" cy="73152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6446520" y="438912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크기는 가치와 가격에 똑같이 비례해 상쇄된다 — 남는 것은 블록당 읽기 강도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4956048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정책이 TierState.score() 하나에 응축된다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tier 추가는 테이블 행 1개 — argmax의 정의역만 넓어진다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의존이 없어 스케줄러 쪽 타입 변경이 배치 모듈로 전파되지 않는다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05332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QA2 · QA3 근거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6263640" y="4956048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정책은 CostModel 하나에 응축된다 — 비용은 블록 1개 단위로 계산한다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큰 객체는 블록을 많이 쓰는 만큼 값도 이득도 커지므로 크기가 상쇄된다. 남는 것은 블록당 읽기 강도뿐이고, 그 주성분인 수명은 관측 불가능하다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reserve_for_future는 아직 오지 않은 고강도 요청을 위해 상위 tier를 비워 두는 손잡이다 — 적정값이 미래 분포에 달려 있다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263640" y="605332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QA1 · QA2 · QA4 근거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④ 해설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 해설 — 시그니처와 필드가 곧 제약이다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42416"/>
            <a:ext cx="11247120" cy="603504"/>
          </a:xfrm>
          <a:prstGeom prst="roundRect">
            <a:avLst>
              <a:gd name="adj" fmla="val 7576"/>
            </a:avLst>
          </a:prstGeom>
          <a:solidFill>
            <a:srgbClr val="F2F5F6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88136"/>
            <a:ext cx="1091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그림이 답하는 질문   </a:t>
            </a:r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 tier나 새 객체 유형을 추가할 때 어디를 수정하는가?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344168"/>
            <a:ext cx="10917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읽는 법   </a:t>
            </a:r>
            <a:pPr indent="0" marL="0"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색 헤더는 그 후보가 새로 도입하는 타입이다. 필드 목록은 곧 '결정에 필요한 정보'이고, 메서드 시그니처는 '무엇을 알 수 있는가'를 강제한다.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682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64592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82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9672" y="164592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048256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2029968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place(num_blocks) — 인자에 request가 없다. 시그니처가 익명성을 구조적으로 강제한다.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523744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5237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505456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TierState의 필드 4개는 전부 런타임에 측정 가능한 값이다 — 추정할 것이 없다.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848356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8483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28300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정책은 score() 하나에 응축된다. 배치 규칙을 바꾸려면 이 메서드만 보면 된다.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172968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1729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154680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 tier 추가는 이 표에 행 하나를 더하는 일이고, 정책 함수는 그대로다(argmax의 정의역만 넓어진다).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648456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6484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6301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BlockPool은 결정에 관여하지 않는다 — 꺼내는 역할만 한다.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973068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9730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954780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나중에 객체 정보를 쓰려면 place() 시그니처부터 바꿔야 한다. C2로 옮기는 비용에 인터페이스 변경이 포함된다.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63640" y="2048256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556248" y="20299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place(num_blocks, request) — request가 시그니처에 들어와 스케줄러 타입과 결합된다.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63640" y="2372868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63640" y="23728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556248" y="2354580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ObjectFeature의 세 필드(hotness · locality · lifetime)는 할당 시점에 측정할 수 없다 — ⚠를 붙인 이유다.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63640" y="2848356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28483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556248" y="2830068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값을 채우려면 힌트 API(인터페이스 오염) · 휴리스틱(정확도 미보장) · 과거 통계(콜드스타트) 중 하나를 골라야 한다.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3323844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33238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556248" y="3305556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CostModel이 정책이 사는 자리다. 비용을 블록 1개 단위로 계산하므로 크기는 가치와 가격에서 상쇄된다 — 크기를 무시하는 것이 아니라 상쇄되는 것이 옳다.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63640" y="3799332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37993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556248" y="3781044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배치를 가르는 것은 블록당 읽기 강도뿐이고, 그 주성분인 수명은 관측할 수 없다. 구분 능력이 미래 정보에 묶여 있다는 사실이 비용 함수의 형태에서 나온다.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63640" y="4274820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63640" y="42748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556248" y="4256532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대신 결정 근거가 ObjectClass라는 값으로 남아 로깅 · 재현 · 단위 테스트가 가능하다.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517550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그림이 만들어내는 숫자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0350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결정에 쓰는 필드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0350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(전부 관측 가능)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(강도의 주성분은 관측 불가)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29768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44398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 tier 추가 비용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444398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 행 1개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함수는 그대로, 유보량 재튜닝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13816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28446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 수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종합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다이어그램에서 뽑은 정량 지표 — 별점의 근거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097280"/>
                <a:gridCol w="3200400"/>
                <a:gridCol w="3200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지표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출처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· Tier-Indexed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 · Object-Indexed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결정 입력 지표 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클래스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(6 tier × 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(객체 특성) + tier 제약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[실측] dispatch 메시지 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프로토타입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 ~ 7.56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[실측] 구분 지표 (이질 워크로드)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프로토타입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 유보X / 8.40 유보O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[실측] 예약 없을 때 용량 초과 커밋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프로토타입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72회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해당 없음 (유보 A 필요는 동일)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관측 불가(추정 필요) 지표 비율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클래스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 가능한 객체 등급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컴포넌트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(익명)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(2³)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상태 갱신 비용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컴포넌트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스텝당 O(T)=6, 요청 수 무관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스텝당 O(new_N·D)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dispatch 메시지 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시퀀스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(경합 시 9)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오배치 교정까지 결정 횟수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시퀀스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불가 (수명 내 고착)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스텝 내 herding 노출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컴포넌트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 (예약 카운터 필요)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동일 요청 재실행 시 동일 배치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시퀀스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보장 안 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보장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신규 tier 1개 추가 비용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클래스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테이블 행 1개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8개 클래스 계약 재정의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신규 모듈 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모듈 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90702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[실측] 표시는 doc-mk/prototype 실행 결과다. 나머지는 다이어그램에서 센 값이다.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 Candidate Structure — Detailed Diagrams</dc:title>
  <dc:subject>PptxGenJS Presentation</dc:subject>
  <dc:creator>PptxGenJS</dc:creator>
  <cp:lastModifiedBy>PptxGenJS</cp:lastModifiedBy>
  <cp:revision>1</cp:revision>
  <dcterms:created xsi:type="dcterms:W3CDTF">2026-09-04T07:49:53Z</dcterms:created>
  <dcterms:modified xsi:type="dcterms:W3CDTF">2026-09-04T07:49:53Z</dcterms:modified>
</cp:coreProperties>
</file>