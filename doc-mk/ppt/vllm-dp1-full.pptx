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DP1 전체 흐름: 배경 → 문제 → 쟁점 → 두 후보 → 트레이드오프 → 문제 해결 검증 → 최종 선택 → 잔여 인계.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장만 봐도 DP1의 결론까지 전달되도록 구성. 이후 장은 각 줄의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배경은 사실만. 여기서 문제를 말하지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레이어를 정확히 지목해야 설계 범위가 확정된다. Scheduler와 BlockPool 사이의 할당 경계.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QA는 문제 정의보다 먼저 뽑는다. 문제 정의는 '무엇이 나빠지는가'의 서술이고 그 무엇이 QA다.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 밖 선언은 나중에 잔여를 다른 DP로 넘길 때 정당성의 근거가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 변수는 하나. 두 개면 DP를 쪼갠다.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dp-design 스킬의 PPT 페이지 규격: 가로=두 후보, 세로=이름/대표 구조도/장점/단점/TRADEOFF.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DP1에서 리뷰 질문이 가장 많이 나오는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다음 장 별점 매트릭스의 근거 원본.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동점은 우연이 아니라 두 후보가 서로 다른 잔여를 남기기 때문. 다음 장에서 드러난다.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대구로 읽히도록 배치. 한쪽만 서술하면 트레이드오프가 아니라 평가다.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제약 위반은 별점을 이긴다. 두 후보 모두 미해결이면 설계 쟁점으로 복귀해야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별점 합계로 고르지 않는다. 가중치는 1장의 제약에서 도출한다.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선택하지 않은 후보는 폐기가 아니라 조건부 재검토 대상.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 간 결합을 명시하는 것이 DP 문서의 가치를 높인다.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결론은 조건부 선택 + 재검증 계획 + 잔여 인계 세 가지로 닫는다.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91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250" kern="0" dirty="0">
                <a:solidFill>
                  <a:srgbClr val="8AA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POINT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8483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Placement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Basis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844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배치 결정 기준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2011680" cy="0"/>
          </a:xfrm>
          <a:prstGeom prst="line">
            <a:avLst/>
          </a:prstGeom>
          <a:noFill/>
          <a:ln w="25400">
            <a:solidFill>
              <a:srgbClr val="3E5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3708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50" kern="0" dirty="0">
                <a:solidFill>
                  <a:srgbClr val="8AA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질문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62686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스케줄러가 "얼마나"만 요구하고 런타임이 "어디에"를 정하는 구조에서,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배치 결정의 단일 기준을 무엇에 매달 것인가?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vLLM v1 Scheduler ↔ BlockPool 할당 경계   |   6단 이기종 메모리 (HBM / DRAM / CXL / Custom HBM / SSD / HBF)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EXECUTIVE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장 요약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12471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243584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243584"/>
            <a:ext cx="8961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경계가 "얼마나"만 표현하고 "어디에"를 표현하지 않는다. 6-tier로 확장하면 tier 선택이 호출 지점 조건문으로 흩어진다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93852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쟁점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938528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정책의 인덱스 축을 어디에 둘 것인가 — 자원(tier)인가, 객체 특성인가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" y="25420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54203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Tier-Indexed — 요청은 익명, 자원 상태가 결정을 지배. 불변식 = 자원 제약 우선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314553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145536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Object-Indexed — 객체 등급이 목표 tier를 지시, tier는 조정 대상. 불변식 = 객체 계약 우선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37490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트레이드오프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3749040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: 9 동점, 지배 없음. 각 후보가 ★★★ 2개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352544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" y="435254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해결 검증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4352544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후보 모두 핵심 문제를 해결하고 제약을 지킨다. 다만 서로 다른 잔여를 남긴다 — C1은 QA1, C2는 QA3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11247120" cy="621792"/>
          </a:xfrm>
          <a:prstGeom prst="roundRect">
            <a:avLst>
              <a:gd name="adj" fmla="val 7353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" y="4956048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선택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4956048"/>
            <a:ext cx="8961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(Tier-Indexed) + 컨텍스트 길이 보강. C2의 이득이 미측정 예측 정확도에 전적으로 의존하기 때문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650992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" y="56509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 인계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565099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재분류 → DP3(신규)   ·   R2 구분 능력 → DP4(신규)   ·   R3 재현성 → 관측성 작업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1장 배경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vLLM v1은 "메모리는 한 종류"라는 전제 위에 있다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2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2103120"/>
          </a:xfrm>
          <a:prstGeom prst="roundRect">
            <a:avLst>
              <a:gd name="adj" fmla="val 2174"/>
            </a:avLst>
          </a:prstGeom>
          <a:solidFill>
            <a:srgbClr val="F5F7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081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인터페이스는 크기만 받는다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82496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allocate_slots(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self, request: Request,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num_new_tokens: int, ...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-&gt; KVCacheBlocks | None: ...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get_new_blocks(num_blocks: int) -&gt; list[KVCacheBlock]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get_num_free_blocks() -&gt; int   # 정수 1개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2200" y="1298448"/>
            <a:ext cx="5532120" cy="2103120"/>
          </a:xfrm>
          <a:prstGeom prst="roundRect">
            <a:avLst>
              <a:gd name="adj" fmla="val 2174"/>
            </a:avLst>
          </a:prstGeom>
          <a:solidFill>
            <a:srgbClr val="F5F7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36792" y="140817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블록에도 위치 개념이 없다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336792" y="1682496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@dataclass(slots=True)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KVCacheBlock: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block_id: int        # 텐서 인덱스일 뿐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ref_cnt: int = 0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_block_hash / prev_free / next_free / is_null</a:t>
            </a: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endParaRPr lang="en-US" sz="9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6개 필드 중 위치·연산 능력을 나타내는 것 0개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584448"/>
            <a:ext cx="11247120" cy="786384"/>
          </a:xfrm>
          <a:prstGeom prst="roundRect">
            <a:avLst>
              <a:gd name="adj" fmla="val 5814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84448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구조의 전제:  "메모리는 한 종류이고, 부족하면 배치가 아니라 스케줄(preempt)로 해결한다"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7200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CPU offload(vllm/v1/kv_offload)도 이 전제를 깨지 않는다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64608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LoadStoreSpec · OffloadingManager — 이름이 말하듯 배치(placement)가 아니라 사후 이동(load/store) 모델이다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정책도 policies/lru.py · arc.py 처럼 이미 발생한 접근 이력 기반 — "새 메모리를 어디에 잡을 것인가"를 정하는 자리가 아니다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 지금까지는 "얼마나"만 알면 충분했다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1장 변화와 문제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6단 이기종 메모리가 들어오면 전제가 깨진다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3 / 17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435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문제가 발생하는 런타임 스택 위치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1790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Entrypoint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2082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2082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· Scheduler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2374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/ Worker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2666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ModelRunner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52958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/ Kernel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3250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3250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· BlockPool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53542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53542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Abstraction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70248" y="2423160"/>
            <a:ext cx="0" cy="1609344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61688" y="30266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경계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(문제 지점)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1243584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1499616"/>
            <a:ext cx="6080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HBM / CPU DRAM / CXL / Custom HBM / SSD / HBF — tier마다 대역폭·지연·용량이 자릿수 단위로 다르다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할당이 두 질문으로 쪼개진다: "얼마나"(스케줄러) 와 "어디에"(런타임)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2395728"/>
            <a:ext cx="6080760" cy="822960"/>
          </a:xfrm>
          <a:prstGeom prst="roundRect">
            <a:avLst>
              <a:gd name="adj" fmla="val 5556"/>
            </a:avLst>
          </a:prstGeom>
          <a:solidFill>
            <a:srgbClr val="FDF6E7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88152" y="23957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— 위치를 정할 기준을 담을 자리가 없어 tier 선택이 호출 지점의 조건문으로 흩어지고, 결정 근거가 어디에도 남지 않는다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3346704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영향 (As-Is)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3602736"/>
            <a:ext cx="60807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9864" y="36027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QA1 배치 품질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60273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 가능한 객체 등급 1종 — 상위 tier 점유가 도착 순서로 결정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23560" y="4242816"/>
            <a:ext cx="60807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9864" y="4242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QA2 정보 비용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24281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지표 1개(get_num_free_blocks) → 6-tier면 최소 24개, 갱신 주기 미정의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23560" y="4882896"/>
            <a:ext cx="60807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9864" y="48828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QA3 적응성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488289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오배치 개념 자체가 없다 — 배치를 되돌리는 진입점이 없다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5522976"/>
            <a:ext cx="60807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9864" y="552297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QA4 재현성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223760" y="552297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근거 미기록 — 회귀 원인을 6^k 배치 조합에서 사후 추정해야 한다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1장 관련 QA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DP의 결정 변수에 의해 실제로 갈리는 QA 4개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후보에서 같은 값이 나올 QA는 축으로 쓰지 않는다. 각 QA에는 측정 가능한 정량 프록시를 붙인다.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4 / 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647188" cy="4023360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81328"/>
            <a:ext cx="2647188" cy="384048"/>
          </a:xfrm>
          <a:prstGeom prst="roundRect">
            <a:avLst>
              <a:gd name="adj" fmla="val 11905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81328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1993392"/>
            <a:ext cx="23545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Quality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품질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688336"/>
            <a:ext cx="23545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성격이 다른 메모리 객체를 얼마나 잘 구분해 tier에 배치하는가?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" y="3986784"/>
            <a:ext cx="235458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" y="4114800"/>
            <a:ext cx="2354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8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프록시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" y="4352544"/>
            <a:ext cx="23545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 가능한 객체 등급 수 · 동일 tier 내 hot/cold 혼재율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23844" y="1481328"/>
            <a:ext cx="2647188" cy="4023360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3844" y="1481328"/>
            <a:ext cx="2647188" cy="384048"/>
          </a:xfrm>
          <a:prstGeom prst="roundRect">
            <a:avLst>
              <a:gd name="adj" fmla="val 11905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23844" y="1481328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70148" y="1993392"/>
            <a:ext cx="23545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Information Cost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정보 비용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70148" y="2688336"/>
            <a:ext cx="23545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결정에 필요한 정보를 얻는 비용과 관측 가능성은?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0148" y="3986784"/>
            <a:ext cx="235458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0148" y="4114800"/>
            <a:ext cx="2354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8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프록시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70148" y="4352544"/>
            <a:ext cx="23545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지표 수 · 관측 불가(추정 필요) 비율 · 갱신 복잡도의 N 의존성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90488" y="1481328"/>
            <a:ext cx="2647188" cy="4023360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1481328"/>
            <a:ext cx="2647188" cy="384048"/>
          </a:xfrm>
          <a:prstGeom prst="roundRect">
            <a:avLst>
              <a:gd name="adj" fmla="val 11905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90488" y="1481328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1993392"/>
            <a:ext cx="23545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Adaptivity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적응성 · 자기 교정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2688336"/>
            <a:ext cx="23545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변화와 잘못된 배치를 얼마나 빨리 교정하는가?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36792" y="3986784"/>
            <a:ext cx="235458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36792" y="4114800"/>
            <a:ext cx="2354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8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프록시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336792" y="4352544"/>
            <a:ext cx="23545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오배치 교정까지 필요한 결정 횟수 · 스텝 내 staleness 노출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57132" y="1481328"/>
            <a:ext cx="2647188" cy="4023360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7132" y="1481328"/>
            <a:ext cx="2647188" cy="384048"/>
          </a:xfrm>
          <a:prstGeom prst="roundRect">
            <a:avLst>
              <a:gd name="adj" fmla="val 11905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57132" y="1481328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03436" y="1993392"/>
            <a:ext cx="23545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 가능성 · 재현성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03436" y="2688336"/>
            <a:ext cx="23545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결정을 설명하고 재현할 수 있는가?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03436" y="3986784"/>
            <a:ext cx="235458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03436" y="4114800"/>
            <a:ext cx="2354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8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프록시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9203436" y="4352544"/>
            <a:ext cx="23545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요청 재실행 시 동일 배치 확률 · 결정 근거 기록 항목 수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68756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4개 축이 그대로 트레이드오프 평가축이 되고, 문제 해결 검증의 항목이 된다. 이후 새 축을 만들지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1장 제약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설계를 구속하는 것과 다루지 않는 것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5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578352" cy="3840480"/>
          </a:xfrm>
          <a:prstGeom prst="roundRect">
            <a:avLst>
              <a:gd name="adj" fmla="val 1278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44752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— 반드시 지킨다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10512"/>
            <a:ext cx="32491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allocate_slots(request, num_new_tokens, ...) 호출 규약 유지. 스케줄러는 tier를 지정하지 않는다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할당은 블록 단위 점진 할당 — 기본 block size 16토큰. "30GB를 한 번에" 하는 호출 지점은 존재하지 않는다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결정은 스케줄 스텝의 임계 경로에 있다. 기본 max_num_seqs=128, 스텝당 결정 수십~수백 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1584" y="1298448"/>
            <a:ext cx="3578352" cy="3840480"/>
          </a:xfrm>
          <a:prstGeom prst="roundRect">
            <a:avLst>
              <a:gd name="adj" fmla="val 1278"/>
            </a:avLst>
          </a:prstGeom>
          <a:solidFill>
            <a:srgbClr val="F5F7F8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56176" y="1444752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56176" y="1810512"/>
            <a:ext cx="32491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수 T = 6 (GPU HBM / CPU DRAM / CXL / Custom HBM / SSD / HBF)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tier별 가용량·대역폭은 런타임에 관측 가능하다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25968" y="1298448"/>
            <a:ext cx="3578352" cy="3840480"/>
          </a:xfrm>
          <a:prstGeom prst="roundRect">
            <a:avLst>
              <a:gd name="adj" fmla="val 1278"/>
            </a:avLst>
          </a:prstGeom>
          <a:solidFill>
            <a:srgbClr val="FDF6E7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0560" y="1444752"/>
            <a:ext cx="3249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밖 — 다른 DP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90560" y="1810512"/>
            <a:ext cx="32491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재배치(migration) 트리거와 주체 — 최초 배치만 다룬다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배치된 메모리에서 무엇을 실행할 수 있는가 → DP2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 대상 선정 알고리즘(LRU/ARC) 자체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358384"/>
            <a:ext cx="11247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535838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제약은 Phase 7(문제 해결 검증)에서 그대로 판정 항목이 된다. 제약을 위반한 후보는 별점과 무관하게 탈락한다.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2장 설계 쟁점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자리를 만들려면 그 자리의 소유자를 먼저 정해야 한다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문제의 뿌리는 배치 기준을 담을 자리가 없다는 것이다. 소유자가 정해지면 배치 결정은 그 축 위의 함수가 되고, 호출 지점의 조건문이 사라진다.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6 / 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969264"/>
          </a:xfrm>
          <a:prstGeom prst="roundRect">
            <a:avLst>
              <a:gd name="adj" fmla="val 4717"/>
            </a:avLst>
          </a:prstGeom>
          <a:solidFill>
            <a:srgbClr val="1F2933"/>
          </a:solidFill>
          <a:ln w="9525">
            <a:solidFill>
              <a:srgbClr val="1F2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1481328"/>
            <a:ext cx="1080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50" kern="0" dirty="0">
                <a:solidFill>
                  <a:srgbClr val="8AA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 변수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773936"/>
            <a:ext cx="10808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정책의 인덱스 축을 어디에 둘 것인가?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 flipH="1">
            <a:off x="3108960" y="2468880"/>
            <a:ext cx="1097280" cy="36576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55280" y="2468880"/>
            <a:ext cx="1097280" cy="365760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889504"/>
            <a:ext cx="5440680" cy="1737360"/>
          </a:xfrm>
          <a:prstGeom prst="roundRect">
            <a:avLst>
              <a:gd name="adj" fmla="val 2632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358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 A — 자원 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832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정책의 1급 개체는 Tier다.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요청은 익명이며, tier 상태가 결정을 지배한다.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2452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불변식: 자원 제약을 절대 위반하지 않는다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2889504"/>
            <a:ext cx="5440680" cy="1737360"/>
          </a:xfrm>
          <a:prstGeom prst="roundRect">
            <a:avLst>
              <a:gd name="adj" fmla="val 2632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0358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 B — 객체 축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3832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정책의 1급 개체는 메모리 객체의 특성 클래스다.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클래스가 목표 tier를 지시하고, tier 상태는 그 지시를 만족시키기 위해 조정된다.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22452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불변식: 객체 클래스의 배치 계약을 지킨다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1124712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956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변수가 배타적인 이유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인덱스는 하나여야 한다. 두 축에 동시에 정책을 매달면 경합 상황에서 두 결정이 서로 반대 방향을 가리킨다.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쟁점 문장에 후보 이름을 넣지 않는다 — 답을 선점하면 후보 비교가 형식화된다.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3장 후보 구조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후보 구조 비교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7 / 17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1673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구조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66544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66544"/>
            <a:ext cx="1600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구조도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35808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035808"/>
            <a:ext cx="1600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42816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42816"/>
            <a:ext cx="1600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449824"/>
            <a:ext cx="11247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5449824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316736"/>
            <a:ext cx="112471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1316736"/>
            <a:ext cx="0" cy="4809744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30568" y="1316736"/>
            <a:ext cx="0" cy="4809744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21408" y="14447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95728" y="140817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— Tier-Indexed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121408" y="1719072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요청을 익명으로 두고 자원 상태만으로 결정을 닫아 자기 교정력을 얻는 대신, 구분 능력과 재현성을 포기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35708" y="2231136"/>
            <a:ext cx="923544" cy="640080"/>
          </a:xfrm>
          <a:prstGeom prst="roundRect">
            <a:avLst>
              <a:gd name="adj" fmla="val 7143"/>
            </a:avLst>
          </a:prstGeom>
          <a:solidFill>
            <a:srgbClr val="E8F2F1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35708" y="2231136"/>
            <a:ext cx="92354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요청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(크기만)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159252" y="223113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33572" y="2231136"/>
            <a:ext cx="923544" cy="640080"/>
          </a:xfrm>
          <a:prstGeom prst="roundRect">
            <a:avLst>
              <a:gd name="adj" fmla="val 7143"/>
            </a:avLst>
          </a:prstGeom>
          <a:solidFill>
            <a:srgbClr val="E8F2F1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33572" y="2231136"/>
            <a:ext cx="92354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상태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용량·대역폭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357116" y="223113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31436" y="2231136"/>
            <a:ext cx="923544" cy="640080"/>
          </a:xfrm>
          <a:prstGeom prst="roundRect">
            <a:avLst>
              <a:gd name="adj" fmla="val 7143"/>
            </a:avLst>
          </a:prstGeom>
          <a:solidFill>
            <a:srgbClr val="E8F2F1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31436" y="2231136"/>
            <a:ext cx="92354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tier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554980" y="223113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29300" y="2231136"/>
            <a:ext cx="923544" cy="640080"/>
          </a:xfrm>
          <a:prstGeom prst="roundRect">
            <a:avLst>
              <a:gd name="adj" fmla="val 7143"/>
            </a:avLst>
          </a:prstGeom>
          <a:solidFill>
            <a:srgbClr val="E8F2F1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29300" y="2231136"/>
            <a:ext cx="92354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121408" y="3127248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(정보비용) 추정이 필요한 지표 0%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(정보비용) 갱신 O(6), 요청 수와 무관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(적응성) 오배치가 다음 할당 1회로 교정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인터페이스 무변경, 신규 모듈 2개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121408" y="4334256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(배치품질) 구분 가능한 등급 1종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(배치품질) 상위 tier를 도착 순서로 점유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(적응성) 스텝 내 herding — 예약 카운터 필요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(재현성) 재현 불가, 24개 상태 스냅샷 필요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58584" y="14447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32904" y="140817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2 — Object-Indexed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58584" y="1719072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특성으로 결정을 고정해 구분 능력과 재현성을 얻는 대신, 미래 정보 추정과 오분류 고착을 감수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72884" y="2231136"/>
            <a:ext cx="923544" cy="640080"/>
          </a:xfrm>
          <a:prstGeom prst="roundRect">
            <a:avLst>
              <a:gd name="adj" fmla="val 7143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72884" y="2231136"/>
            <a:ext cx="92354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요청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(크기+객체)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996428" y="223113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70748" y="2231136"/>
            <a:ext cx="923544" cy="640080"/>
          </a:xfrm>
          <a:prstGeom prst="roundRect">
            <a:avLst>
              <a:gd name="adj" fmla="val 7143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70748" y="2231136"/>
            <a:ext cx="92354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등급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hot·수명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194292" y="223113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468612" y="2231136"/>
            <a:ext cx="923544" cy="640080"/>
          </a:xfrm>
          <a:prstGeom prst="roundRect">
            <a:avLst>
              <a:gd name="adj" fmla="val 7143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68612" y="2231136"/>
            <a:ext cx="92354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등급→Tier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10392156" y="223113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666476" y="2231136"/>
            <a:ext cx="923544" cy="640080"/>
          </a:xfrm>
          <a:prstGeom prst="roundRect">
            <a:avLst>
              <a:gd name="adj" fmla="val 7143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666476" y="2231136"/>
            <a:ext cx="92354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958584" y="3127248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(배치품질) 구분 등급 8종, hot / cold 분리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(배치품질) 같은 스텝이 분산되어 herding 없음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(재현성) 결정론적 배치, 근거 로깅 1항목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(재현성) 배치 정책을 단위 테스트로 고정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958584" y="4334256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(정보비용) 결정 입력 100%가 미래 정보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(적응성) 오분류가 객체 수명 내내 고착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블록은 최초 소유자 등급으로 고착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tier 추가 시 8개 계약 재정의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066544" y="5541264"/>
            <a:ext cx="9637776" cy="493776"/>
          </a:xfrm>
          <a:prstGeom prst="roundRect">
            <a:avLst>
              <a:gd name="adj" fmla="val 9259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176272" y="5541264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가능한 상태만으로 결정을 닫아 얻는 자기 교정력  ↔  객체 특성으로 결정을 고정해 얻는 구분 능력과 재현성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3.3장 양립 불가 논증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후보가 대등한 대안인 이유 — 3중 논증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먼저 나오는 반박은 "C2도 tier 정보를 쓰니 C1의 상위호환 아닌가?" 이다. 답은 아니오.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8 / 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90544" cy="4224528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09344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불변식 충돌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56816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tier가 가득 찬 상태에서 hot 객체가 도착하면 두 정책의 결정이 정반대다.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596896"/>
            <a:ext cx="3261360" cy="1298448"/>
          </a:xfrm>
          <a:prstGeom prst="roundRect">
            <a:avLst>
              <a:gd name="adj" fmla="val 3521"/>
            </a:avLst>
          </a:prstGeom>
          <a:solidFill>
            <a:srgbClr val="F5F7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706624"/>
            <a:ext cx="3023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새 객체를 하위 tier로 흘림 (기존 객체 유지)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기존 cold를 밀어내고 새 객체를 넣음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4023360"/>
            <a:ext cx="326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불변식은 같은 순간에 성립할 수 없다. 우선순위를 정하는 순간 하위가 된 쪽은 정책이 아니라 tie-breaker로 격하된다 — 이미 하나를 고른 것이다.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85488" y="1481328"/>
            <a:ext cx="3590544" cy="4224528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50080" y="1609344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결정 단위 충돌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50080" y="1956816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C1은 할당 1건 단위, C2는 객체(요청) 단위로 결정하고 블록이 클래스를 상속한다.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50080" y="2596896"/>
            <a:ext cx="3261360" cy="1298448"/>
          </a:xfrm>
          <a:prstGeom prst="roundRect">
            <a:avLst>
              <a:gd name="adj" fmla="val 3521"/>
            </a:avLst>
          </a:prstGeom>
          <a:solidFill>
            <a:srgbClr val="F5F7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8096" y="2706624"/>
            <a:ext cx="3023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블록에 소유자 개념이 없다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블록은 어느 객체에 속한 블록이다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450080" y="4023360"/>
            <a:ext cx="326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소유자 개념의 유무 자체가 갈리므로 두 결정 단위는 공존할 수 없다. (prefix 캐시 hit 경로는 배치 결정이 없으므로 두 후보가 동일하게 동작한다 — 그 문제는 QA3에서 다룬다)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13776" y="1481328"/>
            <a:ext cx="3590544" cy="4224528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8368" y="1609344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상위호환 반박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78368" y="1956816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C2가 tier 정보를 읽는 것은 맞다. 그러나 포함 관계는 성립하지 않는다.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78368" y="2596896"/>
            <a:ext cx="3261360" cy="1298448"/>
          </a:xfrm>
          <a:prstGeom prst="roundRect">
            <a:avLst>
              <a:gd name="adj" fmla="val 3521"/>
            </a:avLst>
          </a:prstGeom>
          <a:solidFill>
            <a:srgbClr val="F5F7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06384" y="2706624"/>
            <a:ext cx="3023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권한이 반대: C1은 하드 제약(불변 입력), C2는 비용 항(조정 대상)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C2가 C1을 흉내내려면 특성 추정 비용을 그대로 내고 이득만 버려야 한다 = C1보다 비싼 C1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역방향은 원리적 불가 — hotness·lifetime은 할당 시점에 관측 불가능한 미래 정보다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78368" y="4023360"/>
            <a:ext cx="326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기능이 포개져 보여도 정보에 대한 권한과 정보 획득 비용의 축이 다르면 상위호환이 아니다.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888736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논증이 모두 성립하므로 두 후보는 어느 쪽도 다른 쪽의 특수 케이스가 아니다.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4장 백데이터 종합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다이어그램에서 뽑은 정량 지표 — 별점의 근거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모듈뷰 · 컴포넌트 · 시퀀스 · 클래스 상세는 별도 덱(vllm-dp1-candidate-structure-detail.pptx) 참조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9 / 17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9728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· Tier-Indexed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· Object-Indexed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결정 입력 지표 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클래스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(6 tier × 4)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(객체 특성) + tier 제약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관측 불가(추정 필요) 지표 비율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클래스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0~100 % — 특성 집합 선택에 달림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 가능한 객체 등급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컴포넌트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(익명)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(2³)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 갱신 비용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컴포넌트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스텝당 O(T)=6, 요청 수 무관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스텝당 O(new_N·D)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dispatch 메시지 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시퀀스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(경합 시 9)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오배치 교정까지 결정 횟수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시퀀스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 (수명 내 고착)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스텝 내 herding 노출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컴포넌트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 (예약 카운터 필요)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동일 요청 재실행 시 동일 배치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시퀀스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보장 안 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 tier 1개 추가 비용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클래스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테이블 행 1개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8개 클래스 계약 재정의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 모듈 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모듈 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8521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별점을 매길 때 근거가 다이어그램에서 나오지 않는다면, 별점이 아니라 다이어그램이 부족한 것이다.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5장 트레이드오프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별점 평가 — 지배 없음, 9 : 9 동점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 구조적으로 유리 · ★★☆ 가능하나 비용 발생 · ★☆☆ 구조적으로 불리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10 / 17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554480"/>
                <a:gridCol w="5669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· Tier-Indexed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· Object-Indexed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정량 근거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QA1. 이기종 환경 배치 품질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 가능 등급 1종 vs 8종. C1은 상위 tier 점유가 도착 순서로 결정됨 (컴포넌트)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QA2. 결정 정보 비용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갱신 O(T)=6 · 요청 수 무관 vs O(new_N·D) + 외부 특성 소스 1개. 관측 불가 지표 0% vs 최대 100% — QA1 이득을 내는 특성일수록 미래 정보다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QA3. 적응성 / 자기 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오배치 교정까지 결정 1회 vs 교정 불가(수명 내 고착). C1은 herding 대비 예약 카운터 필요 (시퀀스)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QA4. 설명 가능성 / 재현성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동일 배치 재현 보장 없음(24개 상태 스냅샷 필요) vs 보장(클래스 라벨 1개)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합계  (★ = 1 / 2 / 3점)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축에서 별점이 갈리고 각 후보가 ★★★ 2개 보유 — 선택은 QA 가중치가 결정한다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8장 핵심 트레이드오프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무엇과 무엇을 맞바꾸는가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11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3624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33502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— Tier-Indexed (자원 축)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3624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33502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2 — Object-Indexed (객체 축)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739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정책의 정의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773936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7739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f(현재 자원 상태)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773936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1773936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17739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f(객체 특성 클래스)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59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불가 지표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2359152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17520" y="23591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2359152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2359152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23591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100 %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9443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 등급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17520" y="2944368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29443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종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2944368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80960" y="2944368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0" y="29443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종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5295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오배치 교정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3529584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17520" y="35295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 만에 자동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35295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3529584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0" y="35295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고착 (불가)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17520" y="4114800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17520" y="41148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보장 안 됨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059168" y="411480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80960" y="4114800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8EBE7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0" y="41148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보장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846320"/>
            <a:ext cx="11247120" cy="841248"/>
          </a:xfrm>
          <a:prstGeom prst="roundRect">
            <a:avLst>
              <a:gd name="adj" fmla="val 5435"/>
            </a:avLst>
          </a:prstGeom>
          <a:solidFill>
            <a:srgbClr val="1F2933"/>
          </a:solidFill>
          <a:ln w="9525">
            <a:solidFill>
              <a:srgbClr val="1F29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" y="4846320"/>
            <a:ext cx="10808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가능한 상태만으로 결정을 닫아 얻는 자기 교정력   ↔   객체 특성으로 결정을 고정해 얻는 구분 능력과 재현성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8704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후보는 같은 축의 양 끝이다. 중간값을 후보로 세우면 비교가 무의미해진다.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10장 문제 해결 검증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배경에서 정의한 것으로 되돌아가 절대 판정한다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트레이드오프는 상대 비교(어느 쪽이 나은가), 이 절은 절대 판정(애초에 풀려던 것을 푸는가)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12 / 17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2651760"/>
                <a:gridCol w="265176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배경에서 정의한 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As-Is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한 문장 — 기준을 담을 자리가 없다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자리 = TierStateTable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조건문 소멸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자리 = Class-Tier Contract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조건문 소멸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둘 다 해결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QA1 구분 가능한 등급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1종 — 미해소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8종 — 해소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부분 / C2 해결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QA2 지표 수 · 갱신 정의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1개, 미정의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24개, 갱신 정의됨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24개+특성3, 갱신 정의됨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둘 다 해결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QA3 오배치 교정 경로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 반영 — 해소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— 미해소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해결 / C2 미해소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QA4 결정 근거 기록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24개 스냅샷 — 부분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라벨 1개 — 해소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부분 / C2 해결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제약 allocate_slots 규약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준수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준수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위반 없음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제약 블록 단위 점진 할당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준수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조건부 준수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위반 없음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제약 스텝 임계 경로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O(6), 요청 수 무관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O(new_N·D), 부하 비례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위반 없음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138928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523036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요약 — 제약 위반 없음. 두 후보 모두 핵심 문제를 해결한다.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541264"/>
            <a:ext cx="10844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그러나 어느 후보도 QA 4개를 모두 해결하지 못한다. C1은 QA1을, C2는 QA3을 미해소로 남긴다 — 이것이 9:9 동점의 실체다. 선택은 "어느 쪽이 더 나은가"가 아니라 "어느 잔여를 감당할 수 있는가"의 문제다.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11장 최종 구조 선택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(Tier-Indexed) + 컨텍스트 길이 보강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13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47120" cy="1225296"/>
          </a:xfrm>
          <a:prstGeom prst="roundRect">
            <a:avLst>
              <a:gd name="adj" fmla="val 3731"/>
            </a:avLst>
          </a:prstGeom>
          <a:solidFill>
            <a:srgbClr val="E8F2F1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408176"/>
            <a:ext cx="10808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2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근거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682496"/>
            <a:ext cx="10808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맥락에서 QA3(적응성)은 QA1(배치 품질)보다 중요하다. 근거는 1장의 제약 두 가지 — 배치 결정이 스케줄 스텝 임계 경로에 있고, 요청 인터페이스를 건드리지 않아야 한다.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C2가 QA1에서 얻는 이득은 출력 길이·재사용 예측 정확도에 전적으로 의존하는데, 그 값이 아직 측정되지 않았다. 미측정 상태에서 C2를 고르면 QA2 비용과 QA3 고착은 확실히 지불하고 QA1 이득은 불확실하다.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883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포기한 축과 완화책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62656"/>
            <a:ext cx="5486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054096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QA1 구분 능력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10128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가능한 특성 중 컨텍스트 길이를 TierState.score()의 한 항으로 넣는다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675888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스텝당 대역폭 요구는 구분 가능. 읽기 빈도(미래 정보)는 여전히 불가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078224"/>
            <a:ext cx="54864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169664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QA4 재현성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425696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결정 시 tier score 스냅샷을 결정 로그로 남긴다 (24개 값 → 요약 스칼라 3~4개)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4791456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재현은 불가하나 사후 설명은 가능해진다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883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 판정 — 이것은 혼합이 아니라 "C1 + 보강"이다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962656"/>
            <a:ext cx="5486400" cy="2121408"/>
          </a:xfrm>
          <a:prstGeom prst="roundRect">
            <a:avLst>
              <a:gd name="adj" fmla="val 2155"/>
            </a:avLst>
          </a:prstGeom>
          <a:solidFill>
            <a:srgbClr val="F5F7F8"/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3090672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질문: 단일 진실 원천이 여전히 하나인가?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3438144"/>
            <a:ext cx="51572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그렇다 — 단일 진실 원천은 여전히 TierStateTable 하나다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정보(컨텍스트 길이)는 정책의 인덱스가 아니라 score의 한 항(가중치)으로만 들어간다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경합 시 불변식은 그대로 "자원 제약 우선"이다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인덱스 축이 바뀌지 않았으므로 3.3장의 배타성 논증은 그대로 유효하다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230368"/>
            <a:ext cx="11247120" cy="822960"/>
          </a:xfrm>
          <a:prstGeom prst="roundRect">
            <a:avLst>
              <a:gd name="adj" fmla="val 5556"/>
            </a:avLst>
          </a:prstGeom>
          <a:solidFill>
            <a:srgbClr val="FDF6E7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5230368"/>
            <a:ext cx="10844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혼합을 최종안으로 삼는다면 "왜 처음부터 후보가 아니었는가"에 답해야 한다. 여기서는 진짜 혼합이 아니므로 그 부담이 없다 — 정직하게 "C1 선택 + 보강"으로 부른다.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11장 검증 계획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측정으로 가를 항목과 선택이 뒤집히는 조건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임계값을 미리 고정한다 — 측정 후에 해석을 바꾸지 않기 위해서다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14 / 17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66344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대상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방법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 임계값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출력 길이 예측 정확도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프로덕션 로그에서 (endpoint, model, prompt_len_bucket)별 실제 출력 길이 분포 수집 → p50 예측의 상대 오차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중앙값 상대 오차 &lt; 30 % 그리고 상위 25 % 장수명 요청을 재현율 0.7 이상으로 식별 → C2 재검토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스텝 내 herding 실측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프로토타입에서 예약 카운터 유무별 tier 점유 분포 비교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예약 카운터로 편중이 해소되면 QA3 우려 소멸 → C1 확정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상위 tier 점유의 워크로드 편향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도착 순서 배치 시 상위 tier를 차지한 요청의 KV 읽기량 비중 측정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상위 20 % 요청이 전체 읽기량의 80 % 미만이면 구분의 이득이 작음 → C1 유지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55371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반전 조건 — 다음 중 하나가 성립하면 이 선택은 뒤집힌다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864608"/>
            <a:ext cx="3590544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4992624"/>
            <a:ext cx="219456" cy="219456"/>
          </a:xfrm>
          <a:prstGeom prst="ellipse">
            <a:avLst/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4992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4974336"/>
            <a:ext cx="295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길이 예측 정확도가 위 임계값을 넘는다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5504688"/>
            <a:ext cx="2950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C2의 QA1 이득이 확실해진다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85488" y="4864608"/>
            <a:ext cx="3590544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50080" y="4992624"/>
            <a:ext cx="219456" cy="219456"/>
          </a:xfrm>
          <a:prstGeom prst="ellipse">
            <a:avLst/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50080" y="4992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760976" y="4974336"/>
            <a:ext cx="295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재현성이 SLA · 과금 근거로 요구된다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760976" y="5504688"/>
            <a:ext cx="2950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QA4가 수용 불가 축이 된다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113776" y="4864608"/>
            <a:ext cx="3590544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B0503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78368" y="4992624"/>
            <a:ext cx="219456" cy="219456"/>
          </a:xfrm>
          <a:prstGeom prst="ellipse">
            <a:avLst/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8368" y="4992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589264" y="4974336"/>
            <a:ext cx="295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메모리에 여러 실행 리소스가 붙는 토폴로지가 확정된다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589264" y="5504688"/>
            <a:ext cx="2950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객체별 목표 지정이 필요해진다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12장 잔여 문제와 DP 연결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남겼고, 어디서 푸는가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92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DP에서 풀 수 없는가"에 답하지 못하면 잔여 인계는 회피로 읽힌다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64556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15 / 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590544" cy="2761488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3590544" cy="365760"/>
          </a:xfrm>
          <a:prstGeom prst="roundRect">
            <a:avLst>
              <a:gd name="adj" fmla="val 125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572768"/>
            <a:ext cx="329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 ·  재분류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048256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정확도를 올리려면 실행 후 관측으로 재분류해야 하는데 두 후보 모두 갖지 않는다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688336"/>
            <a:ext cx="326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여기서 못 푸는가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907792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변수가 다르다 — 재분류는 "언제 다시 결정하는가"라는 별도 축이다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511296"/>
            <a:ext cx="326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어디서 푸는가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730752"/>
            <a:ext cx="326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DP3 (신규) 재배치 트리거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400507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결합: DP1의 인덱스 축이 DP3의 신호원을 제약한다 (C1 선택 → tier 상태 기반)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85488" y="1572768"/>
            <a:ext cx="3590544" cy="2761488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85488" y="1572768"/>
            <a:ext cx="3590544" cy="365760"/>
          </a:xfrm>
          <a:prstGeom prst="roundRect">
            <a:avLst>
              <a:gd name="adj" fmla="val 125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1792" y="1572768"/>
            <a:ext cx="329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 ·  구분 능력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50080" y="2048256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선택으로 QA1이 미해소로 남는다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2688336"/>
            <a:ext cx="326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여기서 못 푸는가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450080" y="2907792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구분하려면 미래 정보 추정이 필요 — 배치 구조가 아니라 예측기 설계 문제다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450080" y="3511296"/>
            <a:ext cx="326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어디서 푸는가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450080" y="3730752"/>
            <a:ext cx="326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DP4 (신규) 요청 특성 예측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450080" y="400507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결합: DP4의 예측 정확도가 DP1의 반전 조건을 공급한다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13776" y="1572768"/>
            <a:ext cx="3590544" cy="2761488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3776" y="1572768"/>
            <a:ext cx="3590544" cy="365760"/>
          </a:xfrm>
          <a:prstGeom prst="roundRect">
            <a:avLst>
              <a:gd name="adj" fmla="val 125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60080" y="1572768"/>
            <a:ext cx="329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 ·  재현성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78368" y="2048256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결정의 재현성이 부분 미해소로 남는다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278368" y="2688336"/>
            <a:ext cx="326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여기서 못 푸는가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278368" y="2907792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로그 설계는 결정 구조가 아니라 관측성 설계다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78368" y="3511296"/>
            <a:ext cx="326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어디서 푸는가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278368" y="3730752"/>
            <a:ext cx="326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관측성 작업 (소규모)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78368" y="400507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결합: DP1의 선택이 로그 스키마를 결정한다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43984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결합 맵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00016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6035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상대 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상류 (이 DP를 제약)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없음. DP1이 배치 사슬의 시작이다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DP2 · Compute-Capable Memory Abstraction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배치가 곧 실행 가능성을 결정한다. tier 기준에 capability를 넣을 수 있는지는 DP2의 선택에 달려 있다 — Capability-in-Memory면 tier 속성으로 표현 가능, Capability-in-Binding이면 불가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DP3 · 재배치 트리거 (신규)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DP1의 인덱스 축이 DP3의 신호원을 제약한다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DP4 · 요청 특성 예측 (신규)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E4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DP4의 예측 정확도가 DP1의 반전 조건을 공급한다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250" kern="0" dirty="0">
                <a:solidFill>
                  <a:srgbClr val="8AA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22576"/>
            <a:ext cx="256032" cy="256032"/>
          </a:xfrm>
          <a:prstGeom prst="ellipse">
            <a:avLst/>
          </a:prstGeom>
          <a:solidFill>
            <a:srgbClr val="1E4F4F"/>
          </a:solidFill>
          <a:ln w="12700">
            <a:solidFill>
              <a:srgbClr val="3E5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2860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후보는 같은 문제를 풀고 서로 다른 잔여를 남긴다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786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: 9 동점의 실체. 선택은 어느 쪽이 나은가가 아니라 어느 잔여를 감당할 수 있는가다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56032" cy="256032"/>
          </a:xfrm>
          <a:prstGeom prst="ellipse">
            <a:avLst/>
          </a:prstGeom>
          <a:solidFill>
            <a:srgbClr val="1E4F4F"/>
          </a:solidFill>
          <a:ln w="12700">
            <a:solidFill>
              <a:srgbClr val="3E5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0723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(Tier-Indexed) + 컨텍스트 길이 보강을 선택한다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364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두 가지가 C1 편이고, C2의 이득은 아직 측정되지 않은 예측 정확도에 전적으로 의존한다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256032" cy="256032"/>
          </a:xfrm>
          <a:prstGeom prst="ellipse">
            <a:avLst/>
          </a:prstGeom>
          <a:solidFill>
            <a:srgbClr val="1E4F4F"/>
          </a:solidFill>
          <a:ln w="12700">
            <a:solidFill>
              <a:srgbClr val="3E5A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38587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포기한 QA1 · QA4는 보강과 로깅으로 부분 회복한다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415137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진실 원천은 여전히 하나이므로 이것은 혼합이 아니라 C1 + 보강이다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256032" cy="256032"/>
          </a:xfrm>
          <a:prstGeom prst="ellipse">
            <a:avLst/>
          </a:prstGeom>
          <a:solidFill>
            <a:srgbClr val="1E4F4F"/>
          </a:solidFill>
          <a:ln w="12700">
            <a:solidFill>
              <a:srgbClr val="3E5A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681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46451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선택은 데이터로 재검증한다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" y="49377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길이 예측 정확도 · herding 실측 · 워크로드 편향 — 임계값은 미리 고정했다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468112"/>
            <a:ext cx="256032" cy="256032"/>
          </a:xfrm>
          <a:prstGeom prst="ellipse">
            <a:avLst/>
          </a:prstGeom>
          <a:solidFill>
            <a:srgbClr val="1E4F4F"/>
          </a:solidFill>
          <a:ln w="12700">
            <a:solidFill>
              <a:srgbClr val="3E5A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5431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잔여는 DP3 · DP4로 넘긴다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5724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재분류와 요청 특성 예측. DP1의 선택이 두 DP의 후보를 제약한다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 — Memory Placement Decision Basis</dc:title>
  <dc:subject>PptxGenJS Presentation</dc:subject>
  <dc:creator>PptxGenJS</dc:creator>
  <cp:lastModifiedBy>PptxGenJS</cp:lastModifiedBy>
  <cp:revision>1</cp:revision>
  <dcterms:created xsi:type="dcterms:W3CDTF">2026-09-03T22:45:47Z</dcterms:created>
  <dcterms:modified xsi:type="dcterms:W3CDTF">2026-09-03T22:45:47Z</dcterms:modified>
</cp:coreProperties>
</file>