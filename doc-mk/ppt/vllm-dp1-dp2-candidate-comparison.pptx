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DP1과 DP2 각각에 대해 후보 구조 비교 표 1장 + QA 별점 매트릭스 1장으로 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 변수: 배치 정책의 인덱스 축(자원 축 vs 객체 축). 배타성 근거는 (1) 상위 tier가 꽉 찬 상태에서 hot 객체가 오면 두 불변식이 정반대 결정을 내고, (2) C2가 tier 상태를 읽더라도 그 값을 제약이 아니라 조정 대상으로 다루므로 포함 관계가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동점이므로 결론은 '조건부 선택'. 판단을 가르는 두 질문: (1) 요청 특성을 얼마나 신뢰할 수 있는가 (2) 배치 재현성이 운영 요구인가 편의인가.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 변수: capability 사실의 단일 진실 원천. 합성 테스트 — 둘 다 두면 불일치 시 어느 쪽이 참인지 정의되지 않고 교차 검증이 필요해져 C1의 이점(조회 0회)이 소멸한다.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실질 쟁점: decode 경로가 CUDA graph로 캡처되므로 C2는 리소스 선택을 캡처 이전(요청/배치 경계)으로 올려야 하고, 그만큼 QA3의 이득이 축소된다.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965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AA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 DESIGN 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95728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이기종 메모리 런타임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포인트 검토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4041648"/>
            <a:ext cx="2011680" cy="0"/>
          </a:xfrm>
          <a:prstGeom prst="line">
            <a:avLst/>
          </a:prstGeom>
          <a:noFill/>
          <a:ln w="25400">
            <a:solidFill>
              <a:srgbClr val="3E5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708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43708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Placement Decision Basis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4663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결정의 기준을 무엇에 매달 것인가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120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51206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Compute-Capable Memory Abstraction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5413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 능력의 단일 진실 원천을 누가 소유하는가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 ·  MEMORY PLACEMENT DECISION BASIS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질문: 배치 결정의 단일 기준을 무엇에 매달 것인가?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구조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75104"/>
            <a:ext cx="1600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구조도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035808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035808"/>
            <a:ext cx="1600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334256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334256"/>
            <a:ext cx="1600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5632704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563270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1188720"/>
            <a:ext cx="0" cy="5175504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30568" y="1188720"/>
            <a:ext cx="0" cy="5175504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1408" y="13167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14016" y="1280160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21408" y="1591056"/>
            <a:ext cx="4654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요청을 익명으로 두고 자원 상태만으로 결정을 닫아 자기 교정력을 얻는 대신, 구분 능력과 재현성을 포기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58584" y="13167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1280160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1591056"/>
            <a:ext cx="4654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특성으로 결정을 고정해 구분 능력과 재현성을 얻는 대신, 미래 정보 추정과 오분류 고착을 감수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35708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35708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요청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(크기만)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159252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33572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33572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상태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용량·대역폭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357116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31436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31436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tier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554980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29300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29300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72884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72884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요청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(크기+객체)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996428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70748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70748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등급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hot·수명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194292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468612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68612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등급→Tier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0392156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666476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66476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121408" y="3127248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(정보비용) 추정이 필요한 지표 0%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(정보비용) 갱신 O(6), 요청 수와 무관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(적응성) 오배치가 다음 할당 1회로 교정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인터페이스 무변경, 신규 모듈 2개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958584" y="3127248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구분 등급 8종, hot / cold 분리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같은 스텝이 분산되어 herding 없음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(재현성) 결정론적 배치, 근거 로깅 1항목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(재현성) 배치 정책을 단위 테스트로 고정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121408" y="4425696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구분 가능한 등급 1종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상위 tier를 도착 순서로 점유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(적응성) 스텝 내 herding — 예약 카운터 필요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(재현성) 재현 불가, 24개 상태 스냅샷 필요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958584" y="4425696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(정보비용) 결정 입력 100%가 미래 정보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(적응성) 오분류가 객체 수명 내내 고착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블록은 최초 소유자 등급으로 고착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tier 추가 시 8개 계약 재정의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066544" y="5742432"/>
            <a:ext cx="9637776" cy="493776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176272" y="574243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가능한 상태만으로 결정을 닫아 얻는 자기 교정력  ↔  객체 특성으로 결정을 고정해 얻는 구분 능력과 재현성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 ·  QA TRADE-OFF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별점 평가 — 지배 없음, 9 : 9 동점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  <a:gridCol w="5669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· Tier-Indexed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· Object-Indexed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정량 근거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QA1. 이기종 환경 배치 품질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 가능 등급 1종 vs 8종. C1은 상위 tier 점유가 도착 순서로 결정됨 (컴포넌트 다이어그램)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QA2. 결정 정보 비용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관측 불가(추정 필요) 지표 0% vs 100%. 갱신 O(T)=6 · 요청 수 무관 vs O(new_N·D) + 외부 특성 소스 1개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QA3. 적응성 / 자기 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오배치 교정까지 결정 1회 vs 교정 불가(수명 내 고착). C1은 herding 대비 예약 카운터 필요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QA4. 설명 가능성 / 재현성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동일 배치 재현 보장 없음(24개 상태 스냅샷 필요) vs 보장(클래스 라벨 1개)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  (★ = 1 / 2 / 3점)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축에서 별점이 갈리고 각 후보가 ★★★ 2개 보유 — 선택은 QA 가중치가 결정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05332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 구조적으로 유리 · ★★☆ 가능하나 비용 발생 · ★☆☆ 구조적으로 불리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DP2  ·  COMPUTE-CAPABLE MEMORY ABSTRACTION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질문: 연산 능력의 단일 진실 원천을 누가 소유할 것인가?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구조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75104"/>
            <a:ext cx="1600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구조도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035808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035808"/>
            <a:ext cx="1600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334256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334256"/>
            <a:ext cx="1600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5632704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563270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6364224"/>
            <a:ext cx="112471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1188720"/>
            <a:ext cx="0" cy="5175504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30568" y="1188720"/>
            <a:ext cx="0" cy="5175504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1408" y="13167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14016" y="1280160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Capability-in-Memory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21408" y="1591056"/>
            <a:ext cx="4654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메모리가 연산 능력을 함께 소유해 최소 실행 경로와 재현성을 확보하는 대신, 조합 표현력을 포기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58584" y="13167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1280160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Capability-in-Binding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1591056"/>
            <a:ext cx="4654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관계를 런타임 데이터로 승격해 조합·확장을 확보하는 대신, 조회 비용과 실행 재현성을 포기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34640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758184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32504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32504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(연산 내장)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956048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30368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30368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72884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72884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996428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0748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0748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194292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468612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68612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바인딩 +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플래너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392156" y="217627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666476" y="2176272"/>
            <a:ext cx="923544" cy="658368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66476" y="2176272"/>
            <a:ext cx="923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121408" y="3127248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(효율) 메시지 3개, 전역 상태 조회 0회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(예측성) 데이터 의존 분기 0개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(예측성) CUDA graph 캡처 51개 유지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전용 경로 오버헤드 0, 신규 모듈 0개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958584" y="3127248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(조합성) 카디널리티 3종, 후보 N개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(조합성) 부하·locality 기반 선택 가능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(확장성) 리소스 등록 1줄, 기존 수정 0개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(확장성) 신규 조합 시 코드 변경 0라인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121408" y="4425696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(조합성) 카디널리티 1종, 후보 1개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(조합성) 부하 편중 시 재배치 수단 없음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(확장성) 신규 조합은 구조 변경 필요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증가 시 메모리 추상화가 비대화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958584" y="4425696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(효율) 메시지 6개, step당 약 16us 추정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(예측성) 캡처 조합 51 × 리소스 수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메타데이터 최대 16엔트리 일관성 유지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고정 HW에서는 과설계, 신규 모듈 2개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66544" y="5742432"/>
            <a:ext cx="9637776" cy="493776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76272" y="574243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경로의 최소 오버헤드와 재현성  ↔  메모리–실행 조합의 표현력과 무변경 확장성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DP2  ·  QA TRADE-OFF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별점 평가 — 지배 없음, 9 : 10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  <a:gridCol w="5669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· Capability-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· Capability-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in-Binding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정량 근거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QA1. Dispatch 경로 효율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메시지 3 vs 6, op당 전역 조회 0회 vs 2회, decode step당 0us vs 약 16us (시퀀스 다이어그램)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QA2. 실행 예측 가능성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의존 분기 0 vs 1개 이상. CUDA graph 캡처 51개 vs 51 × 선택 가능 리소스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QA3. 메모리–연산 조합성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표현 가능 카디널리티 1종(1:1) vs 3종(1:1·1:N·N:M). 블록당 실행 후보 1개 vs N개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QA4. 확장성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리소스 추가 시 기존 클래스 수정 1~2개 vs 0개. 신규 조합은 구조 변경 vs 0라인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  (★ = 1 / 2 / 3점)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각 후보가 ★★★ 2개 보유, 차이 1 — 어느 쪽도 전 축에서 앞서지 않음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05332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 구조적으로 유리 · ★★☆ 가능하나 비용 발생 · ★☆☆ 구조적으로 불리   |   '약 16us'는 dict 조회 100ns × 160회 기준 추정치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 / DP2 Candidate Structure Comparison</dc:title>
  <dc:subject>PptxGenJS Presentation</dc:subject>
  <dc:creator>DP Review</dc:creator>
  <cp:lastModifiedBy>DP Review</cp:lastModifiedBy>
  <cp:revision>1</cp:revision>
  <dcterms:created xsi:type="dcterms:W3CDTF">2026-09-03T11:14:28Z</dcterms:created>
  <dcterms:modified xsi:type="dcterms:W3CDTF">2026-09-03T11:14:28Z</dcterms:modified>
</cp:coreProperties>
</file>