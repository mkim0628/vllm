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51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256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D58-863F-4F8A-9CDC-0AFD97F6816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56981-8A65-4F3E-9859-015D93710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88C4-AEBB-48AA-B70A-6EC491E3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97DB7-7C40-42BC-80A5-FD747209E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48312-3256-4A93-9D36-F0833152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D4BCC-BBCA-4118-AA23-404F01C6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04850-FD27-4423-8869-67E4CBE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FEFC4-2952-42C6-BE71-DBD052AC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EFE10-E3FB-47F4-8033-A860CB3D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FAB0-5711-4C00-B7AB-8100C870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A56D-3130-42FB-824E-0B30166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7EEAE-7123-47AC-9A56-D0B2F66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1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B76C3-9A1E-497D-A2EB-ED6820D5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0CE8-6710-4FF3-934C-0ACEEC8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BAE3C-55FA-4F75-B99C-BAB54592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E5002-A22E-4FF6-9BFE-E0AA835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19500-EA4E-4B8A-B440-FABCFDB9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0C29-EA40-44DC-B84D-A6D4CD7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BF545-1B61-4740-899B-8C353F38A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40A9B-2F7D-47E8-B2EF-9B53B5A7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63D1-151A-4BA0-A1D5-890E66FB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FCA36F-249F-4A97-9C45-E6C5825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145-E980-44EC-B197-3710B32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856-F92B-4894-AB6C-7ABF84D5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618AD-0A52-4862-944F-F2327F7D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D2E3-4562-47AE-8AD8-2446BF02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AED75-044E-40D8-B474-24A15D6E9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C5C1B-F86A-475B-9398-00FDD01C5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F03C6-988B-4EEB-8ADB-6F8F290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9998B-E067-4834-94B4-BB8DFF7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D66B5-71E0-4F15-8A13-CC9B61F2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094E7-7B2F-43E3-AE38-2F685882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16DBD5-0087-4D39-B73F-381E966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F6697-2541-4401-A80C-156513D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8EA56-5214-45F8-9874-35DA5B42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7B5D05-1EB0-4B84-A4EA-3D6DCA72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19244-B07B-4893-9945-50E0510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95CF3-FA20-404B-A3F9-3C62331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D6F9-3720-460B-9571-4A160B8F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0710D-C685-4F47-A667-97E1308C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64C01F-08F5-4FFF-873C-7EF969446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0C87D-E82D-4707-BC8F-982AA497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01179-413D-4B0D-91AE-0EAEFF4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D949-E6E5-4EBD-882A-E572AF6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3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C5D6-4E48-4907-9077-C21FC14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182103-419E-4630-A11D-276422A8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B647B-BD9F-4F19-BA7B-5278BE6F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0F1D0-4D11-423F-BE06-ADC97BF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751E5-2CED-4DA3-86A7-13AB748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6F829-E3E6-4CAC-A997-F0BFA619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E6D9-4DA1-4FF3-B9CD-6107ABDB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E7429-0C4A-45A9-8750-5FC7BBAF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D54CF-A3A4-4A54-9CAF-737F6D2A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9C34-27EB-4D1C-BA42-70A6C5E9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49AF7-E8AA-433E-853F-AB9618B3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1CA7D7-EF8A-4259-B5D4-2ECA35B1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2DE0-808E-4E27-A7FC-6FCE852D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FA54A-0512-4F37-8144-DC50951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530AA-7D8D-40D1-8B5A-714DAEC0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65708-83E1-4B4A-8091-CBF555A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9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42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844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132D1B-70AA-4E48-9B44-5AE4F7E8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A4856-08FE-4CE2-9ED9-6E66C559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28EB7-8F03-43F3-80F0-A76E71294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DC83A-1332-4811-A9B3-C4957D3F8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4A231-6D85-4740-B10F-E9C466D2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</a:t>
            </a:r>
            <a:r>
              <a:rPr lang="en-US" altLang="ko-KR" dirty="0"/>
              <a:t>DP </a:t>
            </a:r>
            <a:r>
              <a:rPr lang="ko-KR" altLang="en-US" dirty="0"/>
              <a:t>연결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028622"/>
              </p:ext>
            </p:extLst>
          </p:nvPr>
        </p:nvGraphicFramePr>
        <p:xfrm>
          <a:off x="381000" y="823762"/>
          <a:ext cx="11258550" cy="2656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608747143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3186346277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39305247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120680792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3545811721"/>
                    </a:ext>
                  </a:extLst>
                </a:gridCol>
              </a:tblGrid>
              <a:tr h="567924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DP1. 이기종 메모리 기반 AI 데이터 배치 구조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DP2. 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이기종 메모리 기반 </a:t>
                      </a:r>
                      <a:r>
                        <a:rPr lang="en-US" altLang="ko-KR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Prefill </a:t>
                      </a:r>
                      <a:r>
                        <a:rPr lang="ko-KR" altLang="en-US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실행 구조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DP3. Long Context를 위한 KV 캐시 압축 및 재사용 구조</a:t>
                      </a:r>
                      <a:endParaRPr lang="ko-KR" altLang="en-US" sz="1200" strike="noStrike" kern="120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DP4. 비일관 CXL 공유 메모리의 KV 일관성 구조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477196"/>
                  </a:ext>
                </a:extLst>
              </a:tr>
              <a:tr h="405660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QA1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37173"/>
                  </a:ext>
                </a:extLst>
              </a:tr>
              <a:tr h="5679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QA2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 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Functional Correctness (Accuracy)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3688"/>
                  </a:ext>
                </a:extLst>
              </a:tr>
              <a:tr h="32903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QA3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Utilization?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1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682426"/>
                  </a:ext>
                </a:extLst>
              </a:tr>
              <a:tr h="405660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QA4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445013"/>
                  </a:ext>
                </a:extLst>
              </a:tr>
              <a:tr h="32903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QA5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768170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84771"/>
              </p:ext>
            </p:extLst>
          </p:nvPr>
        </p:nvGraphicFramePr>
        <p:xfrm>
          <a:off x="496950" y="3887523"/>
          <a:ext cx="713198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482">
                  <a:extLst>
                    <a:ext uri="{9D8B030D-6E8A-4147-A177-3AD203B41FA5}">
                      <a16:colId xmlns:a16="http://schemas.microsoft.com/office/drawing/2014/main" val="3186346277"/>
                    </a:ext>
                  </a:extLst>
                </a:gridCol>
                <a:gridCol w="4762499">
                  <a:extLst>
                    <a:ext uri="{9D8B030D-6E8A-4147-A177-3AD203B41FA5}">
                      <a16:colId xmlns:a16="http://schemas.microsoft.com/office/drawing/2014/main" val="39305247"/>
                    </a:ext>
                  </a:extLst>
                </a:gridCol>
              </a:tblGrid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477196"/>
                  </a:ext>
                </a:extLst>
              </a:tr>
              <a:tr h="312604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TPS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37173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TTFT + TPOT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455501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 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176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Functional Correctness 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Accuracy (F1 score)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367397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142955"/>
                  </a:ext>
                </a:extLst>
              </a:tr>
              <a:tr h="43764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Scaling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Efficiency (%)</a:t>
                      </a:r>
                    </a:p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: GPU/</a:t>
                      </a:r>
                      <a:r>
                        <a:rPr lang="ko-KR" altLang="en-US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노드 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배 늘렸을 때 처리량이 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배의 몇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%?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700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944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4203</Words>
  <Application>Microsoft Office PowerPoint</Application>
  <PresentationFormat>와이드스크린</PresentationFormat>
  <Paragraphs>785</Paragraphs>
  <Slides>17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전체 DP 연결</vt:lpstr>
      <vt:lpstr>PowerPoint 프레젠테이션</vt:lpstr>
      <vt:lpstr>DP0. ~~- 배경</vt:lpstr>
      <vt:lpstr>DP0. ~~ - 배경</vt:lpstr>
      <vt:lpstr>DP0. ~~- 설계</vt:lpstr>
      <vt:lpstr>PowerPoint 프레젠테이션</vt:lpstr>
      <vt:lpstr>DP1. 이기종 메모리 기반 Data Migration 구조 - 배경</vt:lpstr>
      <vt:lpstr>DP1. 이기종 메모리 기반 Data Migration 구조 - 배경</vt:lpstr>
      <vt:lpstr>DP1. 이기종 메모리 기반 Data Migration 구조 - 설계</vt:lpstr>
      <vt:lpstr>DP1. 이기종 메모리 기반 Data Migration 구조 - 설계</vt:lpstr>
      <vt:lpstr>PowerPoint 프레젠테이션</vt:lpstr>
      <vt:lpstr>DP2. 이기종 메모리 환경의 Prefill 실행 위치 결정 구조 - 사전 지식</vt:lpstr>
      <vt:lpstr>DP2. 이기종 메모리 환경의 Prefill 실행 위치 결정 구조 - 배경</vt:lpstr>
      <vt:lpstr>DP2. 이기종 메모리 환경의 Prefill 실행 위치 결정 구조 - 설계</vt:lpstr>
      <vt:lpstr>PowerPoint 프레젠테이션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구조 - 배경</dc:title>
  <dc:creator>SAMSUNG</dc:creator>
  <cp:lastModifiedBy>SAMSUNG</cp:lastModifiedBy>
  <cp:revision>8</cp:revision>
  <dcterms:created xsi:type="dcterms:W3CDTF">2026-10-01T14:27:36Z</dcterms:created>
  <dcterms:modified xsi:type="dcterms:W3CDTF">2026-10-01T17:29:25Z</dcterms:modified>
</cp:coreProperties>
</file>